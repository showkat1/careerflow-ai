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wkat Raja" userId="a5542db141474f35" providerId="LiveId" clId="{61C17CFF-C177-4017-9464-5DC7A91EE351}"/>
    <pc:docChg chg="undo custSel modSld">
      <pc:chgData name="Showkat Raja" userId="a5542db141474f35" providerId="LiveId" clId="{61C17CFF-C177-4017-9464-5DC7A91EE351}" dt="2026-10-04T11:53:37.410" v="147" actId="20577"/>
      <pc:docMkLst>
        <pc:docMk/>
      </pc:docMkLst>
      <pc:sldChg chg="modSp mod">
        <pc:chgData name="Showkat Raja" userId="a5542db141474f35" providerId="LiveId" clId="{61C17CFF-C177-4017-9464-5DC7A91EE351}" dt="2026-10-04T11:53:37.410" v="147" actId="20577"/>
        <pc:sldMkLst>
          <pc:docMk/>
          <pc:sldMk cId="0" sldId="256"/>
        </pc:sldMkLst>
        <pc:spChg chg="mod">
          <ac:chgData name="Showkat Raja" userId="a5542db141474f35" providerId="LiveId" clId="{61C17CFF-C177-4017-9464-5DC7A91EE351}" dt="2026-10-04T11:30:43.506" v="115" actId="20577"/>
          <ac:spMkLst>
            <pc:docMk/>
            <pc:sldMk cId="0" sldId="256"/>
            <ac:spMk id="46" creationId="{00000000-0000-0000-0000-000000000000}"/>
          </ac:spMkLst>
        </pc:spChg>
        <pc:spChg chg="mod">
          <ac:chgData name="Showkat Raja" userId="a5542db141474f35" providerId="LiveId" clId="{61C17CFF-C177-4017-9464-5DC7A91EE351}" dt="2026-10-04T11:53:37.410" v="147" actId="20577"/>
          <ac:spMkLst>
            <pc:docMk/>
            <pc:sldMk cId="0" sldId="256"/>
            <ac:spMk id="48" creationId="{00000000-0000-0000-0000-000000000000}"/>
          </ac:spMkLst>
        </pc:spChg>
      </pc:sldChg>
      <pc:sldChg chg="modSp mod">
        <pc:chgData name="Showkat Raja" userId="a5542db141474f35" providerId="LiveId" clId="{61C17CFF-C177-4017-9464-5DC7A91EE351}" dt="2026-10-04T11:31:56.682" v="116" actId="20577"/>
        <pc:sldMkLst>
          <pc:docMk/>
          <pc:sldMk cId="0" sldId="262"/>
        </pc:sldMkLst>
        <pc:spChg chg="mod">
          <ac:chgData name="Showkat Raja" userId="a5542db141474f35" providerId="LiveId" clId="{61C17CFF-C177-4017-9464-5DC7A91EE351}" dt="2026-10-04T11:31:56.682" v="116" actId="20577"/>
          <ac:spMkLst>
            <pc:docMk/>
            <pc:sldMk cId="0" sldId="262"/>
            <ac:spMk id="64" creationId="{00000000-0000-0000-0000-000000000000}"/>
          </ac:spMkLst>
        </pc:spChg>
      </pc:sldChg>
      <pc:sldChg chg="modSp mod">
        <pc:chgData name="Showkat Raja" userId="a5542db141474f35" providerId="LiveId" clId="{61C17CFF-C177-4017-9464-5DC7A91EE351}" dt="2026-10-04T11:53:23.447" v="144" actId="20577"/>
        <pc:sldMkLst>
          <pc:docMk/>
          <pc:sldMk cId="0" sldId="266"/>
        </pc:sldMkLst>
        <pc:spChg chg="mod">
          <ac:chgData name="Showkat Raja" userId="a5542db141474f35" providerId="LiveId" clId="{61C17CFF-C177-4017-9464-5DC7A91EE351}" dt="2026-10-04T11:53:23.447" v="144" actId="20577"/>
          <ac:spMkLst>
            <pc:docMk/>
            <pc:sldMk cId="0" sldId="266"/>
            <ac:spMk id="78" creationId="{00000000-0000-0000-0000-000000000000}"/>
          </ac:spMkLst>
        </pc:spChg>
      </pc:sldChg>
    </pc:docChg>
  </pc:docChgLst>
  <pc:docChgLst>
    <pc:chgData name="Showkat Raja" userId="a5542db141474f35" providerId="LiveId" clId="{76F8886C-FC73-4C52-B10C-0272ABA98941}"/>
    <pc:docChg chg="custSel modSld">
      <pc:chgData name="Showkat Raja" userId="a5542db141474f35" providerId="LiveId" clId="{76F8886C-FC73-4C52-B10C-0272ABA98941}" dt="2026-10-04T12:12:38.527" v="44" actId="27636"/>
      <pc:docMkLst>
        <pc:docMk/>
      </pc:docMkLst>
      <pc:sldChg chg="modSp mod">
        <pc:chgData name="Showkat Raja" userId="a5542db141474f35" providerId="LiveId" clId="{76F8886C-FC73-4C52-B10C-0272ABA98941}" dt="2026-10-04T12:12:38.527" v="44" actId="27636"/>
        <pc:sldMkLst>
          <pc:docMk/>
          <pc:sldMk cId="0" sldId="256"/>
        </pc:sldMkLst>
        <pc:spChg chg="mod">
          <ac:chgData name="Showkat Raja" userId="a5542db141474f35" providerId="LiveId" clId="{76F8886C-FC73-4C52-B10C-0272ABA98941}" dt="2026-10-04T12:12:38.527" v="44" actId="27636"/>
          <ac:spMkLst>
            <pc:docMk/>
            <pc:sldMk cId="0" sldId="256"/>
            <ac:spMk id="4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1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390;p29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224720" y="539640"/>
            <a:ext cx="6694560" cy="1090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Google Shape;393;p29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CREDITS: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This presentation template was created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3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includes icons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4"/>
              </a:rPr>
              <a:t>Flaticon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, and infographics &amp; images by </a:t>
            </a:r>
            <a:r>
              <a:rPr lang="en" sz="1200" b="1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  <a:hlinkClick r:id="rId5"/>
              </a:rPr>
              <a:t>Freepik</a:t>
            </a:r>
            <a:r>
              <a:rPr lang="en" sz="1200" b="0" u="sng" strike="noStrike">
                <a:solidFill>
                  <a:schemeClr val="lt1"/>
                </a:solidFill>
                <a:effectLst/>
                <a:uFillTx/>
                <a:latin typeface="Actor"/>
                <a:ea typeface="Actor"/>
              </a:rPr>
              <a:t>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5" name="Google Shape;394;p29"/>
          <p:cNvGrpSpPr/>
          <p:nvPr/>
        </p:nvGrpSpPr>
        <p:grpSpPr>
          <a:xfrm>
            <a:off x="-81720" y="-1889640"/>
            <a:ext cx="8787600" cy="6775920"/>
            <a:chOff x="-81720" y="-1889640"/>
            <a:chExt cx="8787600" cy="6775920"/>
          </a:xfrm>
        </p:grpSpPr>
        <p:sp>
          <p:nvSpPr>
            <p:cNvPr id="19" name="Google Shape;395;p29"/>
            <p:cNvSpPr/>
            <p:nvPr/>
          </p:nvSpPr>
          <p:spPr>
            <a:xfrm>
              <a:off x="-81720" y="-188964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396;p29"/>
            <p:cNvSpPr/>
            <p:nvPr/>
          </p:nvSpPr>
          <p:spPr>
            <a:xfrm>
              <a:off x="441360" y="35805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397;p29"/>
            <p:cNvSpPr/>
            <p:nvPr/>
          </p:nvSpPr>
          <p:spPr>
            <a:xfrm>
              <a:off x="8155440" y="38196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36;p4"/>
          <p:cNvGrpSpPr/>
          <p:nvPr/>
        </p:nvGrpSpPr>
        <p:grpSpPr>
          <a:xfrm>
            <a:off x="0" y="-101520"/>
            <a:ext cx="9143640" cy="5285160"/>
            <a:chOff x="0" y="-101520"/>
            <a:chExt cx="9143640" cy="5285160"/>
          </a:xfrm>
        </p:grpSpPr>
        <p:grpSp>
          <p:nvGrpSpPr>
            <p:cNvPr id="28" name="Google Shape;37;p4"/>
            <p:cNvGrpSpPr/>
            <p:nvPr/>
          </p:nvGrpSpPr>
          <p:grpSpPr>
            <a:xfrm>
              <a:off x="5400000" y="0"/>
              <a:ext cx="3743640" cy="5183640"/>
              <a:chOff x="5400000" y="0"/>
              <a:chExt cx="3743640" cy="5183640"/>
            </a:xfrm>
          </p:grpSpPr>
          <p:pic>
            <p:nvPicPr>
              <p:cNvPr id="29" name="Google Shape;38;p4"/>
              <p:cNvPicPr/>
              <p:nvPr/>
            </p:nvPicPr>
            <p:blipFill>
              <a:blip r:embed="rId2"/>
              <a:srcRect t="28154" r="83008" b="11928"/>
              <a:stretch/>
            </p:blipFill>
            <p:spPr>
              <a:xfrm>
                <a:off x="7021440" y="0"/>
                <a:ext cx="2122200" cy="39186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0" name="Google Shape;39;p4"/>
              <p:cNvPicPr/>
              <p:nvPr/>
            </p:nvPicPr>
            <p:blipFill>
              <a:blip r:embed="rId3"/>
              <a:srcRect l="13257" t="4640" r="52035" b="54899"/>
              <a:stretch/>
            </p:blipFill>
            <p:spPr>
              <a:xfrm>
                <a:off x="5400000" y="2899800"/>
                <a:ext cx="3743640" cy="22838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31" name="Google Shape;40;p4"/>
            <p:cNvGrpSpPr/>
            <p:nvPr/>
          </p:nvGrpSpPr>
          <p:grpSpPr>
            <a:xfrm>
              <a:off x="0" y="-101520"/>
              <a:ext cx="4437720" cy="4762080"/>
              <a:chOff x="0" y="-101520"/>
              <a:chExt cx="4437720" cy="4762080"/>
            </a:xfrm>
          </p:grpSpPr>
          <p:pic>
            <p:nvPicPr>
              <p:cNvPr id="32" name="Google Shape;41;p4"/>
              <p:cNvPicPr/>
              <p:nvPr/>
            </p:nvPicPr>
            <p:blipFill>
              <a:blip r:embed="rId3"/>
              <a:srcRect l="31146" t="56446" r="25575" b="4983"/>
              <a:stretch/>
            </p:blipFill>
            <p:spPr>
              <a:xfrm>
                <a:off x="0" y="0"/>
                <a:ext cx="4437720" cy="206964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33" name="Google Shape;42;p4"/>
              <p:cNvPicPr/>
              <p:nvPr/>
            </p:nvPicPr>
            <p:blipFill>
              <a:blip r:embed="rId2"/>
              <a:srcRect l="4614" t="2365" r="79209" b="23718"/>
              <a:stretch/>
            </p:blipFill>
            <p:spPr>
              <a:xfrm rot="10800000">
                <a:off x="360" y="-101520"/>
                <a:ext cx="1989720" cy="47620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</p:grp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720000" y="1136880"/>
            <a:ext cx="7703640" cy="353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36" name="Google Shape;45;p4"/>
          <p:cNvGrpSpPr/>
          <p:nvPr/>
        </p:nvGrpSpPr>
        <p:grpSpPr>
          <a:xfrm>
            <a:off x="-1946520" y="-570240"/>
            <a:ext cx="10978560" cy="5713200"/>
            <a:chOff x="-1946520" y="-570240"/>
            <a:chExt cx="10978560" cy="5713200"/>
          </a:xfrm>
        </p:grpSpPr>
        <p:sp>
          <p:nvSpPr>
            <p:cNvPr id="37" name="Google Shape;46;p4"/>
            <p:cNvSpPr/>
            <p:nvPr/>
          </p:nvSpPr>
          <p:spPr>
            <a:xfrm rot="5400000">
              <a:off x="-1946520" y="2713680"/>
              <a:ext cx="2429280" cy="2428920"/>
            </a:xfrm>
            <a:custGeom>
              <a:avLst/>
              <a:gdLst>
                <a:gd name="textAreaLeft" fmla="*/ 0 w 2429280"/>
                <a:gd name="textAreaRight" fmla="*/ 2429640 w 2429280"/>
                <a:gd name="textAreaTop" fmla="*/ 0 h 2428920"/>
                <a:gd name="textAreaBottom" fmla="*/ 2429280 h 2428920"/>
              </a:gdLst>
              <a:ahLst/>
              <a:cxnLst/>
              <a:rect l="textAreaLeft" t="textAreaTop" r="textAreaRight" b="textAreaBottom"/>
              <a:pathLst>
                <a:path w="97192" h="97166">
                  <a:moveTo>
                    <a:pt x="47043" y="1"/>
                  </a:moveTo>
                  <a:lnTo>
                    <a:pt x="47282" y="7412"/>
                  </a:lnTo>
                  <a:lnTo>
                    <a:pt x="47839" y="7412"/>
                  </a:lnTo>
                  <a:lnTo>
                    <a:pt x="47707" y="1"/>
                  </a:lnTo>
                  <a:close/>
                  <a:moveTo>
                    <a:pt x="50389" y="27"/>
                  </a:moveTo>
                  <a:lnTo>
                    <a:pt x="50150" y="7438"/>
                  </a:lnTo>
                  <a:lnTo>
                    <a:pt x="50708" y="7465"/>
                  </a:lnTo>
                  <a:lnTo>
                    <a:pt x="51053" y="54"/>
                  </a:lnTo>
                  <a:cubicBezTo>
                    <a:pt x="50841" y="54"/>
                    <a:pt x="50628" y="27"/>
                    <a:pt x="50389" y="27"/>
                  </a:cubicBezTo>
                  <a:close/>
                  <a:moveTo>
                    <a:pt x="44386" y="160"/>
                  </a:moveTo>
                  <a:lnTo>
                    <a:pt x="43722" y="213"/>
                  </a:lnTo>
                  <a:lnTo>
                    <a:pt x="44466" y="7598"/>
                  </a:lnTo>
                  <a:lnTo>
                    <a:pt x="45024" y="7544"/>
                  </a:lnTo>
                  <a:lnTo>
                    <a:pt x="44386" y="160"/>
                  </a:lnTo>
                  <a:close/>
                  <a:moveTo>
                    <a:pt x="53710" y="266"/>
                  </a:moveTo>
                  <a:lnTo>
                    <a:pt x="52939" y="7624"/>
                  </a:lnTo>
                  <a:lnTo>
                    <a:pt x="53524" y="7704"/>
                  </a:lnTo>
                  <a:lnTo>
                    <a:pt x="54374" y="319"/>
                  </a:lnTo>
                  <a:lnTo>
                    <a:pt x="53710" y="266"/>
                  </a:lnTo>
                  <a:close/>
                  <a:moveTo>
                    <a:pt x="41066" y="585"/>
                  </a:moveTo>
                  <a:cubicBezTo>
                    <a:pt x="40854" y="612"/>
                    <a:pt x="40615" y="638"/>
                    <a:pt x="40402" y="691"/>
                  </a:cubicBezTo>
                  <a:lnTo>
                    <a:pt x="41650" y="7996"/>
                  </a:lnTo>
                  <a:lnTo>
                    <a:pt x="42208" y="7890"/>
                  </a:lnTo>
                  <a:lnTo>
                    <a:pt x="41066" y="585"/>
                  </a:lnTo>
                  <a:close/>
                  <a:moveTo>
                    <a:pt x="57030" y="718"/>
                  </a:moveTo>
                  <a:lnTo>
                    <a:pt x="55755" y="8023"/>
                  </a:lnTo>
                  <a:lnTo>
                    <a:pt x="56313" y="8129"/>
                  </a:lnTo>
                  <a:lnTo>
                    <a:pt x="57694" y="851"/>
                  </a:lnTo>
                  <a:lnTo>
                    <a:pt x="57030" y="718"/>
                  </a:lnTo>
                  <a:close/>
                  <a:moveTo>
                    <a:pt x="37772" y="1196"/>
                  </a:moveTo>
                  <a:lnTo>
                    <a:pt x="37135" y="1355"/>
                  </a:lnTo>
                  <a:lnTo>
                    <a:pt x="38861" y="8554"/>
                  </a:lnTo>
                  <a:lnTo>
                    <a:pt x="39446" y="8421"/>
                  </a:lnTo>
                  <a:lnTo>
                    <a:pt x="37772" y="1196"/>
                  </a:lnTo>
                  <a:close/>
                  <a:moveTo>
                    <a:pt x="60297" y="1408"/>
                  </a:moveTo>
                  <a:lnTo>
                    <a:pt x="58517" y="8607"/>
                  </a:lnTo>
                  <a:lnTo>
                    <a:pt x="59075" y="8740"/>
                  </a:lnTo>
                  <a:lnTo>
                    <a:pt x="60961" y="1568"/>
                  </a:lnTo>
                  <a:cubicBezTo>
                    <a:pt x="60749" y="1515"/>
                    <a:pt x="60536" y="1462"/>
                    <a:pt x="60297" y="1408"/>
                  </a:cubicBezTo>
                  <a:close/>
                  <a:moveTo>
                    <a:pt x="34532" y="2046"/>
                  </a:moveTo>
                  <a:lnTo>
                    <a:pt x="33894" y="2232"/>
                  </a:lnTo>
                  <a:lnTo>
                    <a:pt x="36126" y="9324"/>
                  </a:lnTo>
                  <a:lnTo>
                    <a:pt x="36683" y="9138"/>
                  </a:lnTo>
                  <a:lnTo>
                    <a:pt x="34532" y="2046"/>
                  </a:lnTo>
                  <a:close/>
                  <a:moveTo>
                    <a:pt x="63538" y="2338"/>
                  </a:moveTo>
                  <a:lnTo>
                    <a:pt x="61253" y="9377"/>
                  </a:lnTo>
                  <a:lnTo>
                    <a:pt x="61811" y="9563"/>
                  </a:lnTo>
                  <a:lnTo>
                    <a:pt x="64175" y="2524"/>
                  </a:lnTo>
                  <a:lnTo>
                    <a:pt x="63538" y="2338"/>
                  </a:lnTo>
                  <a:close/>
                  <a:moveTo>
                    <a:pt x="31371" y="3135"/>
                  </a:moveTo>
                  <a:lnTo>
                    <a:pt x="30760" y="3374"/>
                  </a:lnTo>
                  <a:lnTo>
                    <a:pt x="33469" y="10254"/>
                  </a:lnTo>
                  <a:lnTo>
                    <a:pt x="34001" y="10068"/>
                  </a:lnTo>
                  <a:lnTo>
                    <a:pt x="31371" y="3135"/>
                  </a:lnTo>
                  <a:close/>
                  <a:moveTo>
                    <a:pt x="66699" y="3480"/>
                  </a:moveTo>
                  <a:lnTo>
                    <a:pt x="63910" y="10360"/>
                  </a:lnTo>
                  <a:lnTo>
                    <a:pt x="64467" y="10572"/>
                  </a:lnTo>
                  <a:lnTo>
                    <a:pt x="67310" y="3719"/>
                  </a:lnTo>
                  <a:lnTo>
                    <a:pt x="66699" y="3480"/>
                  </a:lnTo>
                  <a:close/>
                  <a:moveTo>
                    <a:pt x="28290" y="4410"/>
                  </a:moveTo>
                  <a:lnTo>
                    <a:pt x="27679" y="4702"/>
                  </a:lnTo>
                  <a:lnTo>
                    <a:pt x="30866" y="11396"/>
                  </a:lnTo>
                  <a:lnTo>
                    <a:pt x="31397" y="11157"/>
                  </a:lnTo>
                  <a:lnTo>
                    <a:pt x="28290" y="4410"/>
                  </a:lnTo>
                  <a:close/>
                  <a:moveTo>
                    <a:pt x="69753" y="4835"/>
                  </a:moveTo>
                  <a:lnTo>
                    <a:pt x="66513" y="11502"/>
                  </a:lnTo>
                  <a:lnTo>
                    <a:pt x="67044" y="11768"/>
                  </a:lnTo>
                  <a:lnTo>
                    <a:pt x="70364" y="5127"/>
                  </a:lnTo>
                  <a:lnTo>
                    <a:pt x="69753" y="4835"/>
                  </a:lnTo>
                  <a:close/>
                  <a:moveTo>
                    <a:pt x="25315" y="5898"/>
                  </a:moveTo>
                  <a:lnTo>
                    <a:pt x="24730" y="6243"/>
                  </a:lnTo>
                  <a:lnTo>
                    <a:pt x="28369" y="12697"/>
                  </a:lnTo>
                  <a:lnTo>
                    <a:pt x="28847" y="12432"/>
                  </a:lnTo>
                  <a:lnTo>
                    <a:pt x="25315" y="5898"/>
                  </a:lnTo>
                  <a:close/>
                  <a:moveTo>
                    <a:pt x="72728" y="6402"/>
                  </a:moveTo>
                  <a:lnTo>
                    <a:pt x="69036" y="12830"/>
                  </a:lnTo>
                  <a:lnTo>
                    <a:pt x="69514" y="13122"/>
                  </a:lnTo>
                  <a:lnTo>
                    <a:pt x="73286" y="6721"/>
                  </a:lnTo>
                  <a:lnTo>
                    <a:pt x="72728" y="6402"/>
                  </a:lnTo>
                  <a:close/>
                  <a:moveTo>
                    <a:pt x="22446" y="7598"/>
                  </a:moveTo>
                  <a:lnTo>
                    <a:pt x="21888" y="7969"/>
                  </a:lnTo>
                  <a:lnTo>
                    <a:pt x="25952" y="14185"/>
                  </a:lnTo>
                  <a:lnTo>
                    <a:pt x="26430" y="13866"/>
                  </a:lnTo>
                  <a:lnTo>
                    <a:pt x="22446" y="7598"/>
                  </a:lnTo>
                  <a:close/>
                  <a:moveTo>
                    <a:pt x="75570" y="8155"/>
                  </a:moveTo>
                  <a:lnTo>
                    <a:pt x="71453" y="14344"/>
                  </a:lnTo>
                  <a:lnTo>
                    <a:pt x="71905" y="14637"/>
                  </a:lnTo>
                  <a:lnTo>
                    <a:pt x="76128" y="8554"/>
                  </a:lnTo>
                  <a:lnTo>
                    <a:pt x="75570" y="8155"/>
                  </a:lnTo>
                  <a:close/>
                  <a:moveTo>
                    <a:pt x="19684" y="9510"/>
                  </a:moveTo>
                  <a:lnTo>
                    <a:pt x="19152" y="9908"/>
                  </a:lnTo>
                  <a:lnTo>
                    <a:pt x="23641" y="15805"/>
                  </a:lnTo>
                  <a:lnTo>
                    <a:pt x="24093" y="15487"/>
                  </a:lnTo>
                  <a:lnTo>
                    <a:pt x="19684" y="9510"/>
                  </a:lnTo>
                  <a:close/>
                  <a:moveTo>
                    <a:pt x="78280" y="10121"/>
                  </a:moveTo>
                  <a:lnTo>
                    <a:pt x="73738" y="15991"/>
                  </a:lnTo>
                  <a:lnTo>
                    <a:pt x="74189" y="16337"/>
                  </a:lnTo>
                  <a:lnTo>
                    <a:pt x="78811" y="10546"/>
                  </a:lnTo>
                  <a:lnTo>
                    <a:pt x="78280" y="10121"/>
                  </a:lnTo>
                  <a:close/>
                  <a:moveTo>
                    <a:pt x="17054" y="11608"/>
                  </a:moveTo>
                  <a:lnTo>
                    <a:pt x="16549" y="12033"/>
                  </a:lnTo>
                  <a:lnTo>
                    <a:pt x="21437" y="17611"/>
                  </a:lnTo>
                  <a:lnTo>
                    <a:pt x="21888" y="17240"/>
                  </a:lnTo>
                  <a:lnTo>
                    <a:pt x="17054" y="11608"/>
                  </a:lnTo>
                  <a:close/>
                  <a:moveTo>
                    <a:pt x="80856" y="12246"/>
                  </a:moveTo>
                  <a:lnTo>
                    <a:pt x="75916" y="17797"/>
                  </a:lnTo>
                  <a:lnTo>
                    <a:pt x="76367" y="18169"/>
                  </a:lnTo>
                  <a:lnTo>
                    <a:pt x="81361" y="12697"/>
                  </a:lnTo>
                  <a:lnTo>
                    <a:pt x="80856" y="12246"/>
                  </a:lnTo>
                  <a:close/>
                  <a:moveTo>
                    <a:pt x="14610" y="13866"/>
                  </a:moveTo>
                  <a:cubicBezTo>
                    <a:pt x="14451" y="13999"/>
                    <a:pt x="14291" y="14158"/>
                    <a:pt x="14132" y="14318"/>
                  </a:cubicBezTo>
                  <a:lnTo>
                    <a:pt x="19391" y="19551"/>
                  </a:lnTo>
                  <a:lnTo>
                    <a:pt x="19790" y="19179"/>
                  </a:lnTo>
                  <a:lnTo>
                    <a:pt x="14610" y="13866"/>
                  </a:lnTo>
                  <a:close/>
                  <a:moveTo>
                    <a:pt x="83300" y="14557"/>
                  </a:moveTo>
                  <a:lnTo>
                    <a:pt x="77988" y="19763"/>
                  </a:lnTo>
                  <a:cubicBezTo>
                    <a:pt x="78120" y="19869"/>
                    <a:pt x="78253" y="20029"/>
                    <a:pt x="78386" y="20161"/>
                  </a:cubicBezTo>
                  <a:lnTo>
                    <a:pt x="83752" y="15035"/>
                  </a:lnTo>
                  <a:cubicBezTo>
                    <a:pt x="83592" y="14876"/>
                    <a:pt x="83459" y="14716"/>
                    <a:pt x="83300" y="14557"/>
                  </a:cubicBezTo>
                  <a:close/>
                  <a:moveTo>
                    <a:pt x="12299" y="16257"/>
                  </a:moveTo>
                  <a:lnTo>
                    <a:pt x="11848" y="16762"/>
                  </a:lnTo>
                  <a:lnTo>
                    <a:pt x="17452" y="21622"/>
                  </a:lnTo>
                  <a:cubicBezTo>
                    <a:pt x="17585" y="21490"/>
                    <a:pt x="17691" y="21357"/>
                    <a:pt x="17824" y="21197"/>
                  </a:cubicBezTo>
                  <a:lnTo>
                    <a:pt x="12299" y="16257"/>
                  </a:lnTo>
                  <a:close/>
                  <a:moveTo>
                    <a:pt x="85531" y="17027"/>
                  </a:moveTo>
                  <a:lnTo>
                    <a:pt x="79900" y="21835"/>
                  </a:lnTo>
                  <a:cubicBezTo>
                    <a:pt x="80033" y="21968"/>
                    <a:pt x="80139" y="22127"/>
                    <a:pt x="80272" y="22260"/>
                  </a:cubicBezTo>
                  <a:lnTo>
                    <a:pt x="85983" y="17532"/>
                  </a:lnTo>
                  <a:lnTo>
                    <a:pt x="85531" y="17027"/>
                  </a:lnTo>
                  <a:close/>
                  <a:moveTo>
                    <a:pt x="10148" y="18833"/>
                  </a:moveTo>
                  <a:lnTo>
                    <a:pt x="9749" y="19365"/>
                  </a:lnTo>
                  <a:lnTo>
                    <a:pt x="15673" y="23827"/>
                  </a:lnTo>
                  <a:lnTo>
                    <a:pt x="16018" y="23402"/>
                  </a:lnTo>
                  <a:lnTo>
                    <a:pt x="10148" y="18833"/>
                  </a:lnTo>
                  <a:close/>
                  <a:moveTo>
                    <a:pt x="87630" y="19630"/>
                  </a:moveTo>
                  <a:lnTo>
                    <a:pt x="81680" y="24040"/>
                  </a:lnTo>
                  <a:lnTo>
                    <a:pt x="82025" y="24518"/>
                  </a:lnTo>
                  <a:lnTo>
                    <a:pt x="88028" y="20161"/>
                  </a:lnTo>
                  <a:lnTo>
                    <a:pt x="87630" y="19630"/>
                  </a:lnTo>
                  <a:close/>
                  <a:moveTo>
                    <a:pt x="8182" y="21543"/>
                  </a:moveTo>
                  <a:cubicBezTo>
                    <a:pt x="8076" y="21729"/>
                    <a:pt x="7943" y="21915"/>
                    <a:pt x="7810" y="22101"/>
                  </a:cubicBezTo>
                  <a:lnTo>
                    <a:pt x="14052" y="26165"/>
                  </a:lnTo>
                  <a:lnTo>
                    <a:pt x="14345" y="25686"/>
                  </a:lnTo>
                  <a:lnTo>
                    <a:pt x="8182" y="21543"/>
                  </a:lnTo>
                  <a:close/>
                  <a:moveTo>
                    <a:pt x="89542" y="22366"/>
                  </a:moveTo>
                  <a:lnTo>
                    <a:pt x="83273" y="26377"/>
                  </a:lnTo>
                  <a:cubicBezTo>
                    <a:pt x="83380" y="26536"/>
                    <a:pt x="83486" y="26696"/>
                    <a:pt x="83566" y="26855"/>
                  </a:cubicBezTo>
                  <a:lnTo>
                    <a:pt x="83592" y="26855"/>
                  </a:lnTo>
                  <a:lnTo>
                    <a:pt x="89887" y="22924"/>
                  </a:lnTo>
                  <a:cubicBezTo>
                    <a:pt x="89781" y="22738"/>
                    <a:pt x="89648" y="22552"/>
                    <a:pt x="89542" y="22366"/>
                  </a:cubicBezTo>
                  <a:close/>
                  <a:moveTo>
                    <a:pt x="6429" y="24411"/>
                  </a:moveTo>
                  <a:cubicBezTo>
                    <a:pt x="6296" y="24597"/>
                    <a:pt x="6190" y="24783"/>
                    <a:pt x="6084" y="24969"/>
                  </a:cubicBezTo>
                  <a:lnTo>
                    <a:pt x="12565" y="28582"/>
                  </a:lnTo>
                  <a:cubicBezTo>
                    <a:pt x="12671" y="28422"/>
                    <a:pt x="12751" y="28263"/>
                    <a:pt x="12857" y="28104"/>
                  </a:cubicBezTo>
                  <a:lnTo>
                    <a:pt x="6429" y="24411"/>
                  </a:lnTo>
                  <a:close/>
                  <a:moveTo>
                    <a:pt x="91242" y="25261"/>
                  </a:moveTo>
                  <a:lnTo>
                    <a:pt x="84734" y="28821"/>
                  </a:lnTo>
                  <a:cubicBezTo>
                    <a:pt x="84814" y="28980"/>
                    <a:pt x="84894" y="29140"/>
                    <a:pt x="85000" y="29325"/>
                  </a:cubicBezTo>
                  <a:lnTo>
                    <a:pt x="91561" y="25819"/>
                  </a:lnTo>
                  <a:lnTo>
                    <a:pt x="91242" y="25261"/>
                  </a:lnTo>
                  <a:close/>
                  <a:moveTo>
                    <a:pt x="4862" y="27360"/>
                  </a:moveTo>
                  <a:cubicBezTo>
                    <a:pt x="4756" y="27546"/>
                    <a:pt x="4649" y="27758"/>
                    <a:pt x="4570" y="27971"/>
                  </a:cubicBezTo>
                  <a:lnTo>
                    <a:pt x="11290" y="31132"/>
                  </a:lnTo>
                  <a:cubicBezTo>
                    <a:pt x="11370" y="30946"/>
                    <a:pt x="11449" y="30786"/>
                    <a:pt x="11529" y="30600"/>
                  </a:cubicBezTo>
                  <a:lnTo>
                    <a:pt x="4862" y="27360"/>
                  </a:lnTo>
                  <a:close/>
                  <a:moveTo>
                    <a:pt x="92730" y="28236"/>
                  </a:moveTo>
                  <a:lnTo>
                    <a:pt x="86009" y="31344"/>
                  </a:lnTo>
                  <a:cubicBezTo>
                    <a:pt x="86089" y="31504"/>
                    <a:pt x="86142" y="31690"/>
                    <a:pt x="86222" y="31849"/>
                  </a:cubicBezTo>
                  <a:lnTo>
                    <a:pt x="86248" y="31849"/>
                  </a:lnTo>
                  <a:lnTo>
                    <a:pt x="93022" y="28847"/>
                  </a:lnTo>
                  <a:cubicBezTo>
                    <a:pt x="92942" y="28635"/>
                    <a:pt x="92836" y="28422"/>
                    <a:pt x="92730" y="28236"/>
                  </a:cubicBezTo>
                  <a:close/>
                  <a:moveTo>
                    <a:pt x="3481" y="30415"/>
                  </a:moveTo>
                  <a:lnTo>
                    <a:pt x="3242" y="31052"/>
                  </a:lnTo>
                  <a:lnTo>
                    <a:pt x="10174" y="33735"/>
                  </a:lnTo>
                  <a:cubicBezTo>
                    <a:pt x="10227" y="33549"/>
                    <a:pt x="10307" y="33363"/>
                    <a:pt x="10387" y="33204"/>
                  </a:cubicBezTo>
                  <a:lnTo>
                    <a:pt x="10360" y="33204"/>
                  </a:lnTo>
                  <a:lnTo>
                    <a:pt x="3481" y="30415"/>
                  </a:lnTo>
                  <a:close/>
                  <a:moveTo>
                    <a:pt x="94031" y="31318"/>
                  </a:moveTo>
                  <a:lnTo>
                    <a:pt x="87098" y="33947"/>
                  </a:lnTo>
                  <a:cubicBezTo>
                    <a:pt x="87151" y="34107"/>
                    <a:pt x="87231" y="34293"/>
                    <a:pt x="87284" y="34479"/>
                  </a:cubicBezTo>
                  <a:lnTo>
                    <a:pt x="94270" y="31929"/>
                  </a:lnTo>
                  <a:lnTo>
                    <a:pt x="94031" y="31318"/>
                  </a:lnTo>
                  <a:close/>
                  <a:moveTo>
                    <a:pt x="2338" y="33575"/>
                  </a:moveTo>
                  <a:cubicBezTo>
                    <a:pt x="2285" y="33788"/>
                    <a:pt x="2206" y="34000"/>
                    <a:pt x="2153" y="34213"/>
                  </a:cubicBezTo>
                  <a:lnTo>
                    <a:pt x="9218" y="36418"/>
                  </a:lnTo>
                  <a:cubicBezTo>
                    <a:pt x="9298" y="36232"/>
                    <a:pt x="9351" y="36046"/>
                    <a:pt x="9404" y="35860"/>
                  </a:cubicBezTo>
                  <a:lnTo>
                    <a:pt x="2338" y="33575"/>
                  </a:lnTo>
                  <a:close/>
                  <a:moveTo>
                    <a:pt x="95120" y="34479"/>
                  </a:moveTo>
                  <a:lnTo>
                    <a:pt x="88001" y="36630"/>
                  </a:lnTo>
                  <a:cubicBezTo>
                    <a:pt x="88055" y="36816"/>
                    <a:pt x="88108" y="37002"/>
                    <a:pt x="88161" y="37188"/>
                  </a:cubicBezTo>
                  <a:lnTo>
                    <a:pt x="95306" y="35116"/>
                  </a:lnTo>
                  <a:cubicBezTo>
                    <a:pt x="95226" y="34904"/>
                    <a:pt x="95173" y="34691"/>
                    <a:pt x="95120" y="34479"/>
                  </a:cubicBezTo>
                  <a:close/>
                  <a:moveTo>
                    <a:pt x="1435" y="36789"/>
                  </a:moveTo>
                  <a:lnTo>
                    <a:pt x="1276" y="37454"/>
                  </a:lnTo>
                  <a:lnTo>
                    <a:pt x="8501" y="39154"/>
                  </a:lnTo>
                  <a:cubicBezTo>
                    <a:pt x="8527" y="38968"/>
                    <a:pt x="8581" y="38755"/>
                    <a:pt x="8634" y="38596"/>
                  </a:cubicBezTo>
                  <a:lnTo>
                    <a:pt x="1435" y="36789"/>
                  </a:lnTo>
                  <a:close/>
                  <a:moveTo>
                    <a:pt x="95970" y="37693"/>
                  </a:moveTo>
                  <a:lnTo>
                    <a:pt x="88745" y="39366"/>
                  </a:lnTo>
                  <a:cubicBezTo>
                    <a:pt x="88772" y="39552"/>
                    <a:pt x="88825" y="39738"/>
                    <a:pt x="88851" y="39924"/>
                  </a:cubicBezTo>
                  <a:lnTo>
                    <a:pt x="96103" y="38357"/>
                  </a:lnTo>
                  <a:cubicBezTo>
                    <a:pt x="96076" y="38144"/>
                    <a:pt x="96023" y="37932"/>
                    <a:pt x="95970" y="37693"/>
                  </a:cubicBezTo>
                  <a:close/>
                  <a:moveTo>
                    <a:pt x="745" y="40057"/>
                  </a:moveTo>
                  <a:cubicBezTo>
                    <a:pt x="692" y="40296"/>
                    <a:pt x="665" y="40508"/>
                    <a:pt x="638" y="40721"/>
                  </a:cubicBezTo>
                  <a:lnTo>
                    <a:pt x="7943" y="41916"/>
                  </a:lnTo>
                  <a:cubicBezTo>
                    <a:pt x="7970" y="41757"/>
                    <a:pt x="7996" y="41544"/>
                    <a:pt x="8023" y="41358"/>
                  </a:cubicBezTo>
                  <a:lnTo>
                    <a:pt x="8049" y="41358"/>
                  </a:lnTo>
                  <a:lnTo>
                    <a:pt x="745" y="40057"/>
                  </a:lnTo>
                  <a:close/>
                  <a:moveTo>
                    <a:pt x="96608" y="40986"/>
                  </a:moveTo>
                  <a:lnTo>
                    <a:pt x="89276" y="42155"/>
                  </a:lnTo>
                  <a:cubicBezTo>
                    <a:pt x="89303" y="42341"/>
                    <a:pt x="89330" y="42527"/>
                    <a:pt x="89356" y="42713"/>
                  </a:cubicBezTo>
                  <a:lnTo>
                    <a:pt x="96687" y="41650"/>
                  </a:lnTo>
                  <a:lnTo>
                    <a:pt x="96608" y="40986"/>
                  </a:lnTo>
                  <a:close/>
                  <a:moveTo>
                    <a:pt x="267" y="43377"/>
                  </a:moveTo>
                  <a:cubicBezTo>
                    <a:pt x="240" y="43589"/>
                    <a:pt x="213" y="43828"/>
                    <a:pt x="187" y="44041"/>
                  </a:cubicBezTo>
                  <a:lnTo>
                    <a:pt x="7571" y="44732"/>
                  </a:lnTo>
                  <a:cubicBezTo>
                    <a:pt x="7598" y="44546"/>
                    <a:pt x="7624" y="44360"/>
                    <a:pt x="7651" y="44174"/>
                  </a:cubicBezTo>
                  <a:lnTo>
                    <a:pt x="7624" y="44174"/>
                  </a:lnTo>
                  <a:lnTo>
                    <a:pt x="267" y="43377"/>
                  </a:lnTo>
                  <a:close/>
                  <a:moveTo>
                    <a:pt x="97006" y="44307"/>
                  </a:moveTo>
                  <a:lnTo>
                    <a:pt x="89595" y="44971"/>
                  </a:lnTo>
                  <a:cubicBezTo>
                    <a:pt x="89622" y="45157"/>
                    <a:pt x="89648" y="45343"/>
                    <a:pt x="89648" y="45528"/>
                  </a:cubicBezTo>
                  <a:lnTo>
                    <a:pt x="97059" y="44971"/>
                  </a:lnTo>
                  <a:cubicBezTo>
                    <a:pt x="97059" y="44758"/>
                    <a:pt x="97006" y="44546"/>
                    <a:pt x="97006" y="44307"/>
                  </a:cubicBezTo>
                  <a:close/>
                  <a:moveTo>
                    <a:pt x="28" y="46724"/>
                  </a:moveTo>
                  <a:cubicBezTo>
                    <a:pt x="28" y="46936"/>
                    <a:pt x="1" y="47175"/>
                    <a:pt x="1" y="47388"/>
                  </a:cubicBezTo>
                  <a:lnTo>
                    <a:pt x="7412" y="47574"/>
                  </a:lnTo>
                  <a:cubicBezTo>
                    <a:pt x="7412" y="47388"/>
                    <a:pt x="7438" y="47175"/>
                    <a:pt x="7438" y="46989"/>
                  </a:cubicBezTo>
                  <a:lnTo>
                    <a:pt x="28" y="46724"/>
                  </a:lnTo>
                  <a:close/>
                  <a:moveTo>
                    <a:pt x="97192" y="47653"/>
                  </a:moveTo>
                  <a:lnTo>
                    <a:pt x="89781" y="47786"/>
                  </a:lnTo>
                  <a:cubicBezTo>
                    <a:pt x="89755" y="47972"/>
                    <a:pt x="89755" y="48185"/>
                    <a:pt x="89781" y="48371"/>
                  </a:cubicBezTo>
                  <a:lnTo>
                    <a:pt x="97192" y="48318"/>
                  </a:lnTo>
                  <a:lnTo>
                    <a:pt x="97192" y="47653"/>
                  </a:lnTo>
                  <a:close/>
                  <a:moveTo>
                    <a:pt x="89781" y="48583"/>
                  </a:moveTo>
                  <a:lnTo>
                    <a:pt x="89781" y="49141"/>
                  </a:lnTo>
                  <a:lnTo>
                    <a:pt x="97192" y="49247"/>
                  </a:lnTo>
                  <a:lnTo>
                    <a:pt x="97192" y="48583"/>
                  </a:lnTo>
                  <a:close/>
                  <a:moveTo>
                    <a:pt x="7412" y="49832"/>
                  </a:moveTo>
                  <a:lnTo>
                    <a:pt x="1" y="50044"/>
                  </a:lnTo>
                  <a:cubicBezTo>
                    <a:pt x="1" y="50257"/>
                    <a:pt x="1" y="50496"/>
                    <a:pt x="28" y="50708"/>
                  </a:cubicBezTo>
                  <a:lnTo>
                    <a:pt x="7438" y="50389"/>
                  </a:lnTo>
                  <a:lnTo>
                    <a:pt x="7412" y="49832"/>
                  </a:lnTo>
                  <a:close/>
                  <a:moveTo>
                    <a:pt x="89675" y="51425"/>
                  </a:moveTo>
                  <a:cubicBezTo>
                    <a:pt x="89648" y="51611"/>
                    <a:pt x="89648" y="51797"/>
                    <a:pt x="89622" y="51983"/>
                  </a:cubicBezTo>
                  <a:lnTo>
                    <a:pt x="97033" y="52594"/>
                  </a:lnTo>
                  <a:cubicBezTo>
                    <a:pt x="97033" y="52355"/>
                    <a:pt x="97059" y="52142"/>
                    <a:pt x="97086" y="51930"/>
                  </a:cubicBezTo>
                  <a:lnTo>
                    <a:pt x="89675" y="51425"/>
                  </a:lnTo>
                  <a:close/>
                  <a:moveTo>
                    <a:pt x="7598" y="52674"/>
                  </a:moveTo>
                  <a:lnTo>
                    <a:pt x="213" y="53391"/>
                  </a:lnTo>
                  <a:cubicBezTo>
                    <a:pt x="240" y="53603"/>
                    <a:pt x="267" y="53816"/>
                    <a:pt x="293" y="54055"/>
                  </a:cubicBezTo>
                  <a:lnTo>
                    <a:pt x="7651" y="53232"/>
                  </a:lnTo>
                  <a:lnTo>
                    <a:pt x="7598" y="52674"/>
                  </a:lnTo>
                  <a:close/>
                  <a:moveTo>
                    <a:pt x="89409" y="54241"/>
                  </a:moveTo>
                  <a:cubicBezTo>
                    <a:pt x="89356" y="54427"/>
                    <a:pt x="89330" y="54613"/>
                    <a:pt x="89330" y="54799"/>
                  </a:cubicBezTo>
                  <a:lnTo>
                    <a:pt x="96661" y="55914"/>
                  </a:lnTo>
                  <a:cubicBezTo>
                    <a:pt x="96687" y="55675"/>
                    <a:pt x="96714" y="55463"/>
                    <a:pt x="96740" y="55250"/>
                  </a:cubicBezTo>
                  <a:lnTo>
                    <a:pt x="89409" y="54241"/>
                  </a:lnTo>
                  <a:close/>
                  <a:moveTo>
                    <a:pt x="7970" y="55463"/>
                  </a:moveTo>
                  <a:lnTo>
                    <a:pt x="665" y="56711"/>
                  </a:lnTo>
                  <a:cubicBezTo>
                    <a:pt x="718" y="56924"/>
                    <a:pt x="745" y="57136"/>
                    <a:pt x="798" y="57375"/>
                  </a:cubicBezTo>
                  <a:lnTo>
                    <a:pt x="8102" y="56047"/>
                  </a:lnTo>
                  <a:cubicBezTo>
                    <a:pt x="8049" y="55835"/>
                    <a:pt x="7996" y="55649"/>
                    <a:pt x="7970" y="55463"/>
                  </a:cubicBezTo>
                  <a:close/>
                  <a:moveTo>
                    <a:pt x="88905" y="57030"/>
                  </a:moveTo>
                  <a:cubicBezTo>
                    <a:pt x="88854" y="57208"/>
                    <a:pt x="88827" y="57385"/>
                    <a:pt x="88779" y="57563"/>
                  </a:cubicBezTo>
                  <a:lnTo>
                    <a:pt x="88779" y="57563"/>
                  </a:lnTo>
                  <a:lnTo>
                    <a:pt x="88772" y="57561"/>
                  </a:lnTo>
                  <a:lnTo>
                    <a:pt x="88772" y="57588"/>
                  </a:lnTo>
                  <a:cubicBezTo>
                    <a:pt x="88774" y="57579"/>
                    <a:pt x="88776" y="57571"/>
                    <a:pt x="88779" y="57563"/>
                  </a:cubicBezTo>
                  <a:lnTo>
                    <a:pt x="88779" y="57563"/>
                  </a:lnTo>
                  <a:lnTo>
                    <a:pt x="96023" y="59208"/>
                  </a:lnTo>
                  <a:cubicBezTo>
                    <a:pt x="96076" y="58996"/>
                    <a:pt x="96130" y="58757"/>
                    <a:pt x="96156" y="58544"/>
                  </a:cubicBezTo>
                  <a:lnTo>
                    <a:pt x="88905" y="57030"/>
                  </a:lnTo>
                  <a:close/>
                  <a:moveTo>
                    <a:pt x="8554" y="58252"/>
                  </a:moveTo>
                  <a:lnTo>
                    <a:pt x="1329" y="59978"/>
                  </a:lnTo>
                  <a:lnTo>
                    <a:pt x="1488" y="60642"/>
                  </a:lnTo>
                  <a:lnTo>
                    <a:pt x="8687" y="58810"/>
                  </a:lnTo>
                  <a:cubicBezTo>
                    <a:pt x="8634" y="58624"/>
                    <a:pt x="8581" y="58438"/>
                    <a:pt x="8554" y="58252"/>
                  </a:cubicBezTo>
                  <a:close/>
                  <a:moveTo>
                    <a:pt x="88241" y="59766"/>
                  </a:moveTo>
                  <a:cubicBezTo>
                    <a:pt x="88161" y="59978"/>
                    <a:pt x="88134" y="60138"/>
                    <a:pt x="88081" y="60324"/>
                  </a:cubicBezTo>
                  <a:lnTo>
                    <a:pt x="95173" y="62449"/>
                  </a:lnTo>
                  <a:cubicBezTo>
                    <a:pt x="95253" y="62236"/>
                    <a:pt x="95306" y="62024"/>
                    <a:pt x="95359" y="61785"/>
                  </a:cubicBezTo>
                  <a:lnTo>
                    <a:pt x="88241" y="59766"/>
                  </a:lnTo>
                  <a:close/>
                  <a:moveTo>
                    <a:pt x="9298" y="60988"/>
                  </a:moveTo>
                  <a:lnTo>
                    <a:pt x="2232" y="63192"/>
                  </a:lnTo>
                  <a:cubicBezTo>
                    <a:pt x="2285" y="63405"/>
                    <a:pt x="2365" y="63644"/>
                    <a:pt x="2418" y="63856"/>
                  </a:cubicBezTo>
                  <a:lnTo>
                    <a:pt x="9484" y="61519"/>
                  </a:lnTo>
                  <a:cubicBezTo>
                    <a:pt x="9404" y="61333"/>
                    <a:pt x="9351" y="61147"/>
                    <a:pt x="9298" y="60988"/>
                  </a:cubicBezTo>
                  <a:close/>
                  <a:moveTo>
                    <a:pt x="87391" y="62475"/>
                  </a:moveTo>
                  <a:cubicBezTo>
                    <a:pt x="87311" y="62661"/>
                    <a:pt x="87231" y="62847"/>
                    <a:pt x="87178" y="63006"/>
                  </a:cubicBezTo>
                  <a:lnTo>
                    <a:pt x="94111" y="65610"/>
                  </a:lnTo>
                  <a:lnTo>
                    <a:pt x="94350" y="64972"/>
                  </a:lnTo>
                  <a:lnTo>
                    <a:pt x="87391" y="62475"/>
                  </a:lnTo>
                  <a:close/>
                  <a:moveTo>
                    <a:pt x="10254" y="63671"/>
                  </a:moveTo>
                  <a:lnTo>
                    <a:pt x="3348" y="66380"/>
                  </a:lnTo>
                  <a:cubicBezTo>
                    <a:pt x="3427" y="66592"/>
                    <a:pt x="3507" y="66778"/>
                    <a:pt x="3587" y="66991"/>
                  </a:cubicBezTo>
                  <a:lnTo>
                    <a:pt x="10466" y="64175"/>
                  </a:lnTo>
                  <a:lnTo>
                    <a:pt x="10254" y="63671"/>
                  </a:lnTo>
                  <a:close/>
                  <a:moveTo>
                    <a:pt x="86301" y="65105"/>
                  </a:moveTo>
                  <a:cubicBezTo>
                    <a:pt x="86250" y="65283"/>
                    <a:pt x="86175" y="65462"/>
                    <a:pt x="86099" y="65640"/>
                  </a:cubicBezTo>
                  <a:lnTo>
                    <a:pt x="86099" y="65640"/>
                  </a:lnTo>
                  <a:lnTo>
                    <a:pt x="86089" y="65636"/>
                  </a:lnTo>
                  <a:lnTo>
                    <a:pt x="86089" y="65663"/>
                  </a:lnTo>
                  <a:cubicBezTo>
                    <a:pt x="86092" y="65655"/>
                    <a:pt x="86095" y="65648"/>
                    <a:pt x="86099" y="65640"/>
                  </a:cubicBezTo>
                  <a:lnTo>
                    <a:pt x="86099" y="65640"/>
                  </a:lnTo>
                  <a:lnTo>
                    <a:pt x="92836" y="68717"/>
                  </a:lnTo>
                  <a:cubicBezTo>
                    <a:pt x="92915" y="68505"/>
                    <a:pt x="93022" y="68319"/>
                    <a:pt x="93101" y="68106"/>
                  </a:cubicBezTo>
                  <a:lnTo>
                    <a:pt x="86301" y="65105"/>
                  </a:lnTo>
                  <a:close/>
                  <a:moveTo>
                    <a:pt x="11370" y="66247"/>
                  </a:moveTo>
                  <a:lnTo>
                    <a:pt x="4676" y="69435"/>
                  </a:lnTo>
                  <a:lnTo>
                    <a:pt x="4968" y="70045"/>
                  </a:lnTo>
                  <a:lnTo>
                    <a:pt x="11635" y="66752"/>
                  </a:lnTo>
                  <a:cubicBezTo>
                    <a:pt x="11529" y="66592"/>
                    <a:pt x="11449" y="66406"/>
                    <a:pt x="11370" y="66247"/>
                  </a:cubicBezTo>
                  <a:close/>
                  <a:moveTo>
                    <a:pt x="85080" y="67681"/>
                  </a:moveTo>
                  <a:lnTo>
                    <a:pt x="84814" y="68186"/>
                  </a:lnTo>
                  <a:lnTo>
                    <a:pt x="91348" y="71719"/>
                  </a:lnTo>
                  <a:lnTo>
                    <a:pt x="91640" y="71135"/>
                  </a:lnTo>
                  <a:lnTo>
                    <a:pt x="85080" y="67681"/>
                  </a:lnTo>
                  <a:close/>
                  <a:moveTo>
                    <a:pt x="12671" y="68744"/>
                  </a:moveTo>
                  <a:lnTo>
                    <a:pt x="12671" y="68770"/>
                  </a:lnTo>
                  <a:lnTo>
                    <a:pt x="6217" y="72383"/>
                  </a:lnTo>
                  <a:cubicBezTo>
                    <a:pt x="6323" y="72595"/>
                    <a:pt x="6429" y="72781"/>
                    <a:pt x="6535" y="72967"/>
                  </a:cubicBezTo>
                  <a:lnTo>
                    <a:pt x="12963" y="69249"/>
                  </a:lnTo>
                  <a:cubicBezTo>
                    <a:pt x="12857" y="69089"/>
                    <a:pt x="12777" y="68930"/>
                    <a:pt x="12671" y="68744"/>
                  </a:cubicBezTo>
                  <a:close/>
                  <a:moveTo>
                    <a:pt x="83698" y="70152"/>
                  </a:moveTo>
                  <a:lnTo>
                    <a:pt x="83380" y="70630"/>
                  </a:lnTo>
                  <a:lnTo>
                    <a:pt x="89648" y="74614"/>
                  </a:lnTo>
                  <a:cubicBezTo>
                    <a:pt x="89781" y="74428"/>
                    <a:pt x="89887" y="74242"/>
                    <a:pt x="89994" y="74056"/>
                  </a:cubicBezTo>
                  <a:lnTo>
                    <a:pt x="83698" y="70152"/>
                  </a:lnTo>
                  <a:close/>
                  <a:moveTo>
                    <a:pt x="14132" y="71161"/>
                  </a:moveTo>
                  <a:lnTo>
                    <a:pt x="7943" y="75252"/>
                  </a:lnTo>
                  <a:cubicBezTo>
                    <a:pt x="8076" y="75438"/>
                    <a:pt x="8182" y="75624"/>
                    <a:pt x="8315" y="75810"/>
                  </a:cubicBezTo>
                  <a:lnTo>
                    <a:pt x="14451" y="71639"/>
                  </a:lnTo>
                  <a:cubicBezTo>
                    <a:pt x="14345" y="71480"/>
                    <a:pt x="14238" y="71320"/>
                    <a:pt x="14132" y="71161"/>
                  </a:cubicBezTo>
                  <a:close/>
                  <a:moveTo>
                    <a:pt x="82131" y="72489"/>
                  </a:moveTo>
                  <a:lnTo>
                    <a:pt x="81786" y="72967"/>
                  </a:lnTo>
                  <a:lnTo>
                    <a:pt x="87762" y="77350"/>
                  </a:lnTo>
                  <a:lnTo>
                    <a:pt x="88161" y="76819"/>
                  </a:lnTo>
                  <a:lnTo>
                    <a:pt x="82131" y="72489"/>
                  </a:lnTo>
                  <a:close/>
                  <a:moveTo>
                    <a:pt x="15779" y="73472"/>
                  </a:moveTo>
                  <a:lnTo>
                    <a:pt x="9882" y="77961"/>
                  </a:lnTo>
                  <a:cubicBezTo>
                    <a:pt x="10015" y="78147"/>
                    <a:pt x="10148" y="78333"/>
                    <a:pt x="10281" y="78492"/>
                  </a:cubicBezTo>
                  <a:lnTo>
                    <a:pt x="16124" y="73924"/>
                  </a:lnTo>
                  <a:lnTo>
                    <a:pt x="15779" y="73472"/>
                  </a:lnTo>
                  <a:close/>
                  <a:moveTo>
                    <a:pt x="80378" y="74747"/>
                  </a:moveTo>
                  <a:lnTo>
                    <a:pt x="80033" y="75199"/>
                  </a:lnTo>
                  <a:lnTo>
                    <a:pt x="85664" y="80006"/>
                  </a:lnTo>
                  <a:cubicBezTo>
                    <a:pt x="85823" y="79820"/>
                    <a:pt x="85956" y="79661"/>
                    <a:pt x="86089" y="79475"/>
                  </a:cubicBezTo>
                  <a:lnTo>
                    <a:pt x="80378" y="74747"/>
                  </a:lnTo>
                  <a:close/>
                  <a:moveTo>
                    <a:pt x="17585" y="75677"/>
                  </a:moveTo>
                  <a:lnTo>
                    <a:pt x="11981" y="80564"/>
                  </a:lnTo>
                  <a:lnTo>
                    <a:pt x="12432" y="81069"/>
                  </a:lnTo>
                  <a:lnTo>
                    <a:pt x="17957" y="76102"/>
                  </a:lnTo>
                  <a:cubicBezTo>
                    <a:pt x="17824" y="75969"/>
                    <a:pt x="17691" y="75810"/>
                    <a:pt x="17585" y="75677"/>
                  </a:cubicBezTo>
                  <a:close/>
                  <a:moveTo>
                    <a:pt x="78492" y="76872"/>
                  </a:moveTo>
                  <a:lnTo>
                    <a:pt x="78120" y="77297"/>
                  </a:lnTo>
                  <a:lnTo>
                    <a:pt x="83433" y="82450"/>
                  </a:lnTo>
                  <a:cubicBezTo>
                    <a:pt x="83566" y="82291"/>
                    <a:pt x="83725" y="82131"/>
                    <a:pt x="83884" y="81972"/>
                  </a:cubicBezTo>
                  <a:lnTo>
                    <a:pt x="78492" y="76872"/>
                  </a:lnTo>
                  <a:close/>
                  <a:moveTo>
                    <a:pt x="19524" y="77749"/>
                  </a:moveTo>
                  <a:lnTo>
                    <a:pt x="14291" y="83008"/>
                  </a:lnTo>
                  <a:lnTo>
                    <a:pt x="14743" y="83459"/>
                  </a:lnTo>
                  <a:lnTo>
                    <a:pt x="19923" y="78147"/>
                  </a:lnTo>
                  <a:lnTo>
                    <a:pt x="19524" y="77749"/>
                  </a:lnTo>
                  <a:close/>
                  <a:moveTo>
                    <a:pt x="76473" y="78864"/>
                  </a:moveTo>
                  <a:lnTo>
                    <a:pt x="76048" y="79263"/>
                  </a:lnTo>
                  <a:lnTo>
                    <a:pt x="81016" y="84788"/>
                  </a:lnTo>
                  <a:lnTo>
                    <a:pt x="81494" y="84336"/>
                  </a:lnTo>
                  <a:lnTo>
                    <a:pt x="76473" y="78864"/>
                  </a:lnTo>
                  <a:close/>
                  <a:moveTo>
                    <a:pt x="21596" y="79688"/>
                  </a:moveTo>
                  <a:lnTo>
                    <a:pt x="16735" y="85292"/>
                  </a:lnTo>
                  <a:lnTo>
                    <a:pt x="17240" y="85717"/>
                  </a:lnTo>
                  <a:lnTo>
                    <a:pt x="22021" y="80059"/>
                  </a:lnTo>
                  <a:lnTo>
                    <a:pt x="21596" y="79688"/>
                  </a:lnTo>
                  <a:close/>
                  <a:moveTo>
                    <a:pt x="74322" y="80724"/>
                  </a:moveTo>
                  <a:lnTo>
                    <a:pt x="73897" y="81069"/>
                  </a:lnTo>
                  <a:lnTo>
                    <a:pt x="78466" y="86913"/>
                  </a:lnTo>
                  <a:lnTo>
                    <a:pt x="78970" y="86514"/>
                  </a:lnTo>
                  <a:lnTo>
                    <a:pt x="74322" y="80724"/>
                  </a:lnTo>
                  <a:close/>
                  <a:moveTo>
                    <a:pt x="23801" y="81467"/>
                  </a:moveTo>
                  <a:lnTo>
                    <a:pt x="19312" y="87391"/>
                  </a:lnTo>
                  <a:lnTo>
                    <a:pt x="19843" y="87789"/>
                  </a:lnTo>
                  <a:lnTo>
                    <a:pt x="24252" y="81813"/>
                  </a:lnTo>
                  <a:lnTo>
                    <a:pt x="23801" y="81467"/>
                  </a:lnTo>
                  <a:close/>
                  <a:moveTo>
                    <a:pt x="72064" y="82424"/>
                  </a:moveTo>
                  <a:cubicBezTo>
                    <a:pt x="71905" y="82530"/>
                    <a:pt x="71772" y="82636"/>
                    <a:pt x="71613" y="82742"/>
                  </a:cubicBezTo>
                  <a:lnTo>
                    <a:pt x="75756" y="88905"/>
                  </a:lnTo>
                  <a:lnTo>
                    <a:pt x="76314" y="88506"/>
                  </a:lnTo>
                  <a:lnTo>
                    <a:pt x="72064" y="82424"/>
                  </a:lnTo>
                  <a:close/>
                  <a:moveTo>
                    <a:pt x="26112" y="83088"/>
                  </a:moveTo>
                  <a:lnTo>
                    <a:pt x="26112" y="83114"/>
                  </a:lnTo>
                  <a:lnTo>
                    <a:pt x="22074" y="89330"/>
                  </a:lnTo>
                  <a:cubicBezTo>
                    <a:pt x="22260" y="89436"/>
                    <a:pt x="22446" y="89569"/>
                    <a:pt x="22632" y="89675"/>
                  </a:cubicBezTo>
                  <a:lnTo>
                    <a:pt x="26590" y="83406"/>
                  </a:lnTo>
                  <a:cubicBezTo>
                    <a:pt x="26430" y="83300"/>
                    <a:pt x="26271" y="83194"/>
                    <a:pt x="26112" y="83088"/>
                  </a:cubicBezTo>
                  <a:close/>
                  <a:moveTo>
                    <a:pt x="69700" y="83964"/>
                  </a:moveTo>
                  <a:cubicBezTo>
                    <a:pt x="69514" y="84044"/>
                    <a:pt x="69355" y="84150"/>
                    <a:pt x="69195" y="84256"/>
                  </a:cubicBezTo>
                  <a:lnTo>
                    <a:pt x="72941" y="90658"/>
                  </a:lnTo>
                  <a:lnTo>
                    <a:pt x="73499" y="90313"/>
                  </a:lnTo>
                  <a:lnTo>
                    <a:pt x="69700" y="83964"/>
                  </a:lnTo>
                  <a:close/>
                  <a:moveTo>
                    <a:pt x="28555" y="84575"/>
                  </a:moveTo>
                  <a:lnTo>
                    <a:pt x="24943" y="91056"/>
                  </a:lnTo>
                  <a:lnTo>
                    <a:pt x="25527" y="91375"/>
                  </a:lnTo>
                  <a:lnTo>
                    <a:pt x="29060" y="84867"/>
                  </a:lnTo>
                  <a:lnTo>
                    <a:pt x="28555" y="84575"/>
                  </a:lnTo>
                  <a:close/>
                  <a:moveTo>
                    <a:pt x="67203" y="85319"/>
                  </a:moveTo>
                  <a:lnTo>
                    <a:pt x="66699" y="85584"/>
                  </a:lnTo>
                  <a:lnTo>
                    <a:pt x="69966" y="92225"/>
                  </a:lnTo>
                  <a:lnTo>
                    <a:pt x="70577" y="91933"/>
                  </a:lnTo>
                  <a:lnTo>
                    <a:pt x="67203" y="85319"/>
                  </a:lnTo>
                  <a:close/>
                  <a:moveTo>
                    <a:pt x="31079" y="85877"/>
                  </a:moveTo>
                  <a:lnTo>
                    <a:pt x="27918" y="92597"/>
                  </a:lnTo>
                  <a:lnTo>
                    <a:pt x="28529" y="92863"/>
                  </a:lnTo>
                  <a:lnTo>
                    <a:pt x="31610" y="86116"/>
                  </a:lnTo>
                  <a:lnTo>
                    <a:pt x="31079" y="85877"/>
                  </a:lnTo>
                  <a:close/>
                  <a:moveTo>
                    <a:pt x="64653" y="86514"/>
                  </a:moveTo>
                  <a:lnTo>
                    <a:pt x="64122" y="86727"/>
                  </a:lnTo>
                  <a:lnTo>
                    <a:pt x="66911" y="93606"/>
                  </a:lnTo>
                  <a:cubicBezTo>
                    <a:pt x="67124" y="93527"/>
                    <a:pt x="67336" y="93420"/>
                    <a:pt x="67549" y="93341"/>
                  </a:cubicBezTo>
                  <a:lnTo>
                    <a:pt x="64653" y="86514"/>
                  </a:lnTo>
                  <a:close/>
                  <a:moveTo>
                    <a:pt x="33682" y="86992"/>
                  </a:moveTo>
                  <a:lnTo>
                    <a:pt x="30999" y="93898"/>
                  </a:lnTo>
                  <a:lnTo>
                    <a:pt x="31610" y="94137"/>
                  </a:lnTo>
                  <a:lnTo>
                    <a:pt x="34213" y="87178"/>
                  </a:lnTo>
                  <a:lnTo>
                    <a:pt x="33682" y="86992"/>
                  </a:lnTo>
                  <a:close/>
                  <a:moveTo>
                    <a:pt x="61997" y="87523"/>
                  </a:moveTo>
                  <a:lnTo>
                    <a:pt x="61466" y="87709"/>
                  </a:lnTo>
                  <a:lnTo>
                    <a:pt x="63803" y="94748"/>
                  </a:lnTo>
                  <a:lnTo>
                    <a:pt x="64414" y="94536"/>
                  </a:lnTo>
                  <a:lnTo>
                    <a:pt x="61997" y="87523"/>
                  </a:lnTo>
                  <a:close/>
                  <a:moveTo>
                    <a:pt x="36365" y="87922"/>
                  </a:moveTo>
                  <a:lnTo>
                    <a:pt x="34160" y="95014"/>
                  </a:lnTo>
                  <a:cubicBezTo>
                    <a:pt x="34372" y="95094"/>
                    <a:pt x="34585" y="95147"/>
                    <a:pt x="34797" y="95200"/>
                  </a:cubicBezTo>
                  <a:lnTo>
                    <a:pt x="36922" y="88081"/>
                  </a:lnTo>
                  <a:lnTo>
                    <a:pt x="36365" y="87922"/>
                  </a:lnTo>
                  <a:close/>
                  <a:moveTo>
                    <a:pt x="59288" y="88347"/>
                  </a:moveTo>
                  <a:lnTo>
                    <a:pt x="58757" y="88506"/>
                  </a:lnTo>
                  <a:lnTo>
                    <a:pt x="60563" y="95678"/>
                  </a:lnTo>
                  <a:lnTo>
                    <a:pt x="61227" y="95519"/>
                  </a:lnTo>
                  <a:lnTo>
                    <a:pt x="59288" y="88347"/>
                  </a:lnTo>
                  <a:close/>
                  <a:moveTo>
                    <a:pt x="39100" y="88666"/>
                  </a:moveTo>
                  <a:lnTo>
                    <a:pt x="37374" y="95891"/>
                  </a:lnTo>
                  <a:lnTo>
                    <a:pt x="38038" y="96023"/>
                  </a:lnTo>
                  <a:lnTo>
                    <a:pt x="39632" y="88798"/>
                  </a:lnTo>
                  <a:lnTo>
                    <a:pt x="39100" y="88666"/>
                  </a:lnTo>
                  <a:close/>
                  <a:moveTo>
                    <a:pt x="56525" y="88984"/>
                  </a:moveTo>
                  <a:lnTo>
                    <a:pt x="55994" y="89091"/>
                  </a:lnTo>
                  <a:lnTo>
                    <a:pt x="57296" y="96395"/>
                  </a:lnTo>
                  <a:lnTo>
                    <a:pt x="57960" y="96262"/>
                  </a:lnTo>
                  <a:lnTo>
                    <a:pt x="56525" y="88984"/>
                  </a:lnTo>
                  <a:close/>
                  <a:moveTo>
                    <a:pt x="41863" y="89223"/>
                  </a:moveTo>
                  <a:lnTo>
                    <a:pt x="40668" y="96528"/>
                  </a:lnTo>
                  <a:lnTo>
                    <a:pt x="41332" y="96634"/>
                  </a:lnTo>
                  <a:lnTo>
                    <a:pt x="42421" y="89303"/>
                  </a:lnTo>
                  <a:lnTo>
                    <a:pt x="41863" y="89223"/>
                  </a:lnTo>
                  <a:close/>
                  <a:moveTo>
                    <a:pt x="53736" y="89436"/>
                  </a:moveTo>
                  <a:lnTo>
                    <a:pt x="53178" y="89516"/>
                  </a:lnTo>
                  <a:lnTo>
                    <a:pt x="53975" y="96900"/>
                  </a:lnTo>
                  <a:lnTo>
                    <a:pt x="54639" y="96820"/>
                  </a:lnTo>
                  <a:lnTo>
                    <a:pt x="53736" y="89436"/>
                  </a:lnTo>
                  <a:close/>
                  <a:moveTo>
                    <a:pt x="44679" y="89569"/>
                  </a:moveTo>
                  <a:lnTo>
                    <a:pt x="43988" y="96953"/>
                  </a:lnTo>
                  <a:lnTo>
                    <a:pt x="44652" y="97006"/>
                  </a:lnTo>
                  <a:lnTo>
                    <a:pt x="45236" y="89622"/>
                  </a:lnTo>
                  <a:lnTo>
                    <a:pt x="44679" y="89569"/>
                  </a:lnTo>
                  <a:close/>
                  <a:moveTo>
                    <a:pt x="50921" y="89702"/>
                  </a:moveTo>
                  <a:lnTo>
                    <a:pt x="50336" y="89728"/>
                  </a:lnTo>
                  <a:lnTo>
                    <a:pt x="50682" y="97139"/>
                  </a:lnTo>
                  <a:lnTo>
                    <a:pt x="51346" y="97112"/>
                  </a:lnTo>
                  <a:lnTo>
                    <a:pt x="50921" y="89702"/>
                  </a:lnTo>
                  <a:close/>
                  <a:moveTo>
                    <a:pt x="47494" y="89755"/>
                  </a:moveTo>
                  <a:lnTo>
                    <a:pt x="47308" y="97166"/>
                  </a:lnTo>
                  <a:lnTo>
                    <a:pt x="47972" y="97166"/>
                  </a:lnTo>
                  <a:lnTo>
                    <a:pt x="48079" y="89755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7;p4"/>
            <p:cNvSpPr/>
            <p:nvPr/>
          </p:nvSpPr>
          <p:spPr>
            <a:xfrm>
              <a:off x="8286120" y="-57024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8;p4"/>
            <p:cNvSpPr/>
            <p:nvPr/>
          </p:nvSpPr>
          <p:spPr>
            <a:xfrm>
              <a:off x="8481600" y="4321440"/>
              <a:ext cx="550440" cy="564480"/>
            </a:xfrm>
            <a:custGeom>
              <a:avLst/>
              <a:gdLst>
                <a:gd name="textAreaLeft" fmla="*/ 0 w 550440"/>
                <a:gd name="textAreaRight" fmla="*/ 550800 w 550440"/>
                <a:gd name="textAreaTop" fmla="*/ 0 h 564480"/>
                <a:gd name="textAreaBottom" fmla="*/ 564840 h 564480"/>
              </a:gdLst>
              <a:ahLst/>
              <a:cxnLst/>
              <a:rect l="textAreaLeft" t="textAreaTop" r="textAreaRight" b="textAreaBottom"/>
              <a:pathLst>
                <a:path w="43135" h="44235">
                  <a:moveTo>
                    <a:pt x="21057" y="1"/>
                  </a:moveTo>
                  <a:lnTo>
                    <a:pt x="21057" y="394"/>
                  </a:lnTo>
                  <a:cubicBezTo>
                    <a:pt x="20979" y="12179"/>
                    <a:pt x="11786" y="21921"/>
                    <a:pt x="1" y="22471"/>
                  </a:cubicBezTo>
                  <a:cubicBezTo>
                    <a:pt x="11629" y="23021"/>
                    <a:pt x="20821" y="32606"/>
                    <a:pt x="21057" y="44234"/>
                  </a:cubicBezTo>
                  <a:lnTo>
                    <a:pt x="21057" y="43841"/>
                  </a:lnTo>
                  <a:cubicBezTo>
                    <a:pt x="20979" y="31663"/>
                    <a:pt x="30957" y="21764"/>
                    <a:pt x="43135" y="21764"/>
                  </a:cubicBezTo>
                  <a:cubicBezTo>
                    <a:pt x="31114" y="21685"/>
                    <a:pt x="21214" y="12022"/>
                    <a:pt x="21057" y="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4157280" y="0"/>
            <a:ext cx="4986360" cy="3918600"/>
            <a:chOff x="4157280" y="0"/>
            <a:chExt cx="4986360" cy="3918600"/>
          </a:xfrm>
        </p:grpSpPr>
        <p:pic>
          <p:nvPicPr>
            <p:cNvPr id="3" name="Google Shape;10;p2"/>
            <p:cNvPicPr/>
            <p:nvPr/>
          </p:nvPicPr>
          <p:blipFill>
            <a:blip r:embed="rId3"/>
            <a:srcRect l="1389" t="26408" r="75083" b="13674"/>
            <a:stretch/>
          </p:blipFill>
          <p:spPr>
            <a:xfrm>
              <a:off x="6204600" y="0"/>
              <a:ext cx="2939040" cy="3918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" name="Google Shape;11;p2"/>
            <p:cNvPicPr/>
            <p:nvPr/>
          </p:nvPicPr>
          <p:blipFill>
            <a:blip r:embed="rId4"/>
            <a:srcRect l="21159" t="55236" r="32617" b="4309"/>
            <a:stretch/>
          </p:blipFill>
          <p:spPr>
            <a:xfrm>
              <a:off x="4157280" y="0"/>
              <a:ext cx="4986360" cy="22838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" name="Google Shape;12;p2"/>
          <p:cNvGrpSpPr/>
          <p:nvPr/>
        </p:nvGrpSpPr>
        <p:grpSpPr>
          <a:xfrm>
            <a:off x="0" y="1018080"/>
            <a:ext cx="4437720" cy="4165920"/>
            <a:chOff x="0" y="1018080"/>
            <a:chExt cx="4437720" cy="4165920"/>
          </a:xfrm>
        </p:grpSpPr>
        <p:pic>
          <p:nvPicPr>
            <p:cNvPr id="6" name="Google Shape;13;p2"/>
            <p:cNvPicPr/>
            <p:nvPr/>
          </p:nvPicPr>
          <p:blipFill>
            <a:blip r:embed="rId4"/>
            <a:srcRect l="35370" t="5164" r="21351" b="51348"/>
            <a:stretch/>
          </p:blipFill>
          <p:spPr>
            <a:xfrm>
              <a:off x="0" y="2809440"/>
              <a:ext cx="4437720" cy="23335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" name="Google Shape;14;p2"/>
            <p:cNvPicPr/>
            <p:nvPr/>
          </p:nvPicPr>
          <p:blipFill>
            <a:blip r:embed="rId3"/>
            <a:srcRect t="21588" r="76117" b="13746"/>
            <a:stretch/>
          </p:blipFill>
          <p:spPr>
            <a:xfrm rot="10800000">
              <a:off x="360" y="1018080"/>
              <a:ext cx="2939040" cy="416592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28720" y="1017720"/>
            <a:ext cx="7486200" cy="2018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9" name="Google Shape;17;p2"/>
          <p:cNvGrpSpPr/>
          <p:nvPr/>
        </p:nvGrpSpPr>
        <p:grpSpPr>
          <a:xfrm>
            <a:off x="340200" y="-478800"/>
            <a:ext cx="7725600" cy="5975280"/>
            <a:chOff x="340200" y="-478800"/>
            <a:chExt cx="7725600" cy="5975280"/>
          </a:xfrm>
        </p:grpSpPr>
        <p:sp>
          <p:nvSpPr>
            <p:cNvPr id="10" name="Google Shape;18;p2"/>
            <p:cNvSpPr/>
            <p:nvPr/>
          </p:nvSpPr>
          <p:spPr>
            <a:xfrm>
              <a:off x="340200" y="4190760"/>
              <a:ext cx="745920" cy="1305720"/>
            </a:xfrm>
            <a:custGeom>
              <a:avLst/>
              <a:gdLst>
                <a:gd name="textAreaLeft" fmla="*/ 0 w 745920"/>
                <a:gd name="textAreaRight" fmla="*/ 746280 w 745920"/>
                <a:gd name="textAreaTop" fmla="*/ 0 h 1305720"/>
                <a:gd name="textAreaBottom" fmla="*/ 1306080 h 1305720"/>
              </a:gdLst>
              <a:ahLst/>
              <a:cxnLst/>
              <a:rect l="textAreaLeft" t="textAreaTop" r="textAreaRight" b="textAreaBottom"/>
              <a:pathLst>
                <a:path w="29856" h="52248">
                  <a:moveTo>
                    <a:pt x="20668" y="8089"/>
                  </a:moveTo>
                  <a:cubicBezTo>
                    <a:pt x="20666" y="8116"/>
                    <a:pt x="20665" y="8144"/>
                    <a:pt x="20664" y="8171"/>
                  </a:cubicBezTo>
                  <a:cubicBezTo>
                    <a:pt x="20665" y="8144"/>
                    <a:pt x="20667" y="8116"/>
                    <a:pt x="20668" y="8089"/>
                  </a:cubicBezTo>
                  <a:close/>
                  <a:moveTo>
                    <a:pt x="24585" y="4346"/>
                  </a:moveTo>
                  <a:cubicBezTo>
                    <a:pt x="26590" y="4346"/>
                    <a:pt x="27886" y="4872"/>
                    <a:pt x="28285" y="5736"/>
                  </a:cubicBezTo>
                  <a:cubicBezTo>
                    <a:pt x="28913" y="7071"/>
                    <a:pt x="27420" y="9193"/>
                    <a:pt x="24671" y="11235"/>
                  </a:cubicBezTo>
                  <a:lnTo>
                    <a:pt x="24435" y="11235"/>
                  </a:lnTo>
                  <a:cubicBezTo>
                    <a:pt x="24042" y="11235"/>
                    <a:pt x="23571" y="11235"/>
                    <a:pt x="23099" y="11314"/>
                  </a:cubicBezTo>
                  <a:cubicBezTo>
                    <a:pt x="19642" y="11707"/>
                    <a:pt x="16185" y="12649"/>
                    <a:pt x="12885" y="14142"/>
                  </a:cubicBezTo>
                  <a:cubicBezTo>
                    <a:pt x="10136" y="15242"/>
                    <a:pt x="7464" y="16735"/>
                    <a:pt x="5029" y="18542"/>
                  </a:cubicBezTo>
                  <a:cubicBezTo>
                    <a:pt x="3222" y="18542"/>
                    <a:pt x="1965" y="18071"/>
                    <a:pt x="1572" y="17206"/>
                  </a:cubicBezTo>
                  <a:cubicBezTo>
                    <a:pt x="550" y="14849"/>
                    <a:pt x="5814" y="10292"/>
                    <a:pt x="13043" y="7150"/>
                  </a:cubicBezTo>
                  <a:cubicBezTo>
                    <a:pt x="15085" y="6286"/>
                    <a:pt x="17128" y="5578"/>
                    <a:pt x="19249" y="5107"/>
                  </a:cubicBezTo>
                  <a:cubicBezTo>
                    <a:pt x="20170" y="5798"/>
                    <a:pt x="20716" y="6938"/>
                    <a:pt x="20668" y="8089"/>
                  </a:cubicBezTo>
                  <a:lnTo>
                    <a:pt x="20668" y="8089"/>
                  </a:lnTo>
                  <a:cubicBezTo>
                    <a:pt x="20775" y="6395"/>
                    <a:pt x="21790" y="4941"/>
                    <a:pt x="23413" y="4400"/>
                  </a:cubicBezTo>
                  <a:cubicBezTo>
                    <a:pt x="23827" y="4363"/>
                    <a:pt x="24218" y="4346"/>
                    <a:pt x="24585" y="4346"/>
                  </a:cubicBezTo>
                  <a:close/>
                  <a:moveTo>
                    <a:pt x="24121" y="11707"/>
                  </a:moveTo>
                  <a:cubicBezTo>
                    <a:pt x="21842" y="13278"/>
                    <a:pt x="19407" y="14692"/>
                    <a:pt x="16814" y="15792"/>
                  </a:cubicBezTo>
                  <a:cubicBezTo>
                    <a:pt x="13278" y="17364"/>
                    <a:pt x="9586" y="18306"/>
                    <a:pt x="5736" y="18542"/>
                  </a:cubicBezTo>
                  <a:cubicBezTo>
                    <a:pt x="8014" y="16971"/>
                    <a:pt x="10528" y="15556"/>
                    <a:pt x="13121" y="14457"/>
                  </a:cubicBezTo>
                  <a:cubicBezTo>
                    <a:pt x="16264" y="13042"/>
                    <a:pt x="19721" y="12100"/>
                    <a:pt x="23178" y="11707"/>
                  </a:cubicBezTo>
                  <a:close/>
                  <a:moveTo>
                    <a:pt x="24828" y="11707"/>
                  </a:moveTo>
                  <a:cubicBezTo>
                    <a:pt x="26713" y="11785"/>
                    <a:pt x="27970" y="12257"/>
                    <a:pt x="28285" y="13121"/>
                  </a:cubicBezTo>
                  <a:cubicBezTo>
                    <a:pt x="28835" y="14457"/>
                    <a:pt x="27420" y="16499"/>
                    <a:pt x="24671" y="18621"/>
                  </a:cubicBezTo>
                  <a:lnTo>
                    <a:pt x="24435" y="18621"/>
                  </a:lnTo>
                  <a:cubicBezTo>
                    <a:pt x="24042" y="18621"/>
                    <a:pt x="23571" y="18699"/>
                    <a:pt x="23099" y="18699"/>
                  </a:cubicBezTo>
                  <a:cubicBezTo>
                    <a:pt x="19564" y="19092"/>
                    <a:pt x="16185" y="20035"/>
                    <a:pt x="12885" y="21528"/>
                  </a:cubicBezTo>
                  <a:cubicBezTo>
                    <a:pt x="10136" y="22628"/>
                    <a:pt x="7464" y="24120"/>
                    <a:pt x="5029" y="25927"/>
                  </a:cubicBezTo>
                  <a:cubicBezTo>
                    <a:pt x="3222" y="25849"/>
                    <a:pt x="1965" y="25377"/>
                    <a:pt x="1572" y="24592"/>
                  </a:cubicBezTo>
                  <a:cubicBezTo>
                    <a:pt x="943" y="23256"/>
                    <a:pt x="2436" y="21135"/>
                    <a:pt x="5186" y="19092"/>
                  </a:cubicBezTo>
                  <a:cubicBezTo>
                    <a:pt x="8093" y="19092"/>
                    <a:pt x="12414" y="18149"/>
                    <a:pt x="16971" y="16185"/>
                  </a:cubicBezTo>
                  <a:cubicBezTo>
                    <a:pt x="19721" y="15007"/>
                    <a:pt x="22392" y="13514"/>
                    <a:pt x="24828" y="11707"/>
                  </a:cubicBezTo>
                  <a:close/>
                  <a:moveTo>
                    <a:pt x="24121" y="19092"/>
                  </a:moveTo>
                  <a:cubicBezTo>
                    <a:pt x="21842" y="20663"/>
                    <a:pt x="19407" y="22078"/>
                    <a:pt x="16814" y="23178"/>
                  </a:cubicBezTo>
                  <a:cubicBezTo>
                    <a:pt x="13278" y="24749"/>
                    <a:pt x="9586" y="25692"/>
                    <a:pt x="5736" y="25927"/>
                  </a:cubicBezTo>
                  <a:cubicBezTo>
                    <a:pt x="8014" y="24356"/>
                    <a:pt x="10528" y="22942"/>
                    <a:pt x="13121" y="21842"/>
                  </a:cubicBezTo>
                  <a:cubicBezTo>
                    <a:pt x="16264" y="20428"/>
                    <a:pt x="19721" y="19485"/>
                    <a:pt x="23178" y="19092"/>
                  </a:cubicBezTo>
                  <a:close/>
                  <a:moveTo>
                    <a:pt x="24042" y="26399"/>
                  </a:moveTo>
                  <a:lnTo>
                    <a:pt x="24042" y="26477"/>
                  </a:lnTo>
                  <a:cubicBezTo>
                    <a:pt x="21764" y="28049"/>
                    <a:pt x="19328" y="29384"/>
                    <a:pt x="16814" y="30484"/>
                  </a:cubicBezTo>
                  <a:cubicBezTo>
                    <a:pt x="13278" y="31977"/>
                    <a:pt x="9586" y="32998"/>
                    <a:pt x="5814" y="33234"/>
                  </a:cubicBezTo>
                  <a:cubicBezTo>
                    <a:pt x="8093" y="31663"/>
                    <a:pt x="10528" y="30249"/>
                    <a:pt x="13043" y="29227"/>
                  </a:cubicBezTo>
                  <a:cubicBezTo>
                    <a:pt x="16264" y="27734"/>
                    <a:pt x="19642" y="26870"/>
                    <a:pt x="23178" y="26477"/>
                  </a:cubicBezTo>
                  <a:cubicBezTo>
                    <a:pt x="23492" y="26399"/>
                    <a:pt x="23806" y="26399"/>
                    <a:pt x="24042" y="26399"/>
                  </a:cubicBezTo>
                  <a:close/>
                  <a:moveTo>
                    <a:pt x="24828" y="19092"/>
                  </a:moveTo>
                  <a:cubicBezTo>
                    <a:pt x="26713" y="19092"/>
                    <a:pt x="27970" y="19642"/>
                    <a:pt x="28285" y="20428"/>
                  </a:cubicBezTo>
                  <a:cubicBezTo>
                    <a:pt x="28835" y="21842"/>
                    <a:pt x="27420" y="23885"/>
                    <a:pt x="24592" y="26006"/>
                  </a:cubicBezTo>
                  <a:lnTo>
                    <a:pt x="24435" y="26006"/>
                  </a:lnTo>
                  <a:cubicBezTo>
                    <a:pt x="24042" y="26006"/>
                    <a:pt x="23571" y="26006"/>
                    <a:pt x="23099" y="26085"/>
                  </a:cubicBezTo>
                  <a:cubicBezTo>
                    <a:pt x="19564" y="26477"/>
                    <a:pt x="16185" y="27420"/>
                    <a:pt x="12885" y="28913"/>
                  </a:cubicBezTo>
                  <a:cubicBezTo>
                    <a:pt x="10136" y="30013"/>
                    <a:pt x="7464" y="31506"/>
                    <a:pt x="5029" y="33313"/>
                  </a:cubicBezTo>
                  <a:cubicBezTo>
                    <a:pt x="3222" y="33156"/>
                    <a:pt x="1965" y="32763"/>
                    <a:pt x="1572" y="31820"/>
                  </a:cubicBezTo>
                  <a:lnTo>
                    <a:pt x="1572" y="31899"/>
                  </a:lnTo>
                  <a:cubicBezTo>
                    <a:pt x="943" y="30563"/>
                    <a:pt x="2436" y="28520"/>
                    <a:pt x="5186" y="26399"/>
                  </a:cubicBezTo>
                  <a:cubicBezTo>
                    <a:pt x="5290" y="26402"/>
                    <a:pt x="5396" y="26403"/>
                    <a:pt x="5503" y="26403"/>
                  </a:cubicBezTo>
                  <a:cubicBezTo>
                    <a:pt x="8403" y="26403"/>
                    <a:pt x="12577" y="25386"/>
                    <a:pt x="16971" y="23492"/>
                  </a:cubicBezTo>
                  <a:cubicBezTo>
                    <a:pt x="19721" y="22392"/>
                    <a:pt x="22392" y="20899"/>
                    <a:pt x="24828" y="19092"/>
                  </a:cubicBezTo>
                  <a:close/>
                  <a:moveTo>
                    <a:pt x="24121" y="33784"/>
                  </a:moveTo>
                  <a:cubicBezTo>
                    <a:pt x="21842" y="35434"/>
                    <a:pt x="19328" y="36770"/>
                    <a:pt x="16735" y="37870"/>
                  </a:cubicBezTo>
                  <a:cubicBezTo>
                    <a:pt x="13314" y="39425"/>
                    <a:pt x="9662" y="40364"/>
                    <a:pt x="5855" y="40612"/>
                  </a:cubicBezTo>
                  <a:lnTo>
                    <a:pt x="5855" y="40612"/>
                  </a:lnTo>
                  <a:cubicBezTo>
                    <a:pt x="8099" y="38999"/>
                    <a:pt x="10495" y="37615"/>
                    <a:pt x="13043" y="36534"/>
                  </a:cubicBezTo>
                  <a:cubicBezTo>
                    <a:pt x="16264" y="35120"/>
                    <a:pt x="19642" y="34177"/>
                    <a:pt x="23099" y="33784"/>
                  </a:cubicBezTo>
                  <a:close/>
                  <a:moveTo>
                    <a:pt x="24828" y="26399"/>
                  </a:moveTo>
                  <a:cubicBezTo>
                    <a:pt x="26713" y="26399"/>
                    <a:pt x="27970" y="26949"/>
                    <a:pt x="28363" y="27813"/>
                  </a:cubicBezTo>
                  <a:cubicBezTo>
                    <a:pt x="28913" y="29149"/>
                    <a:pt x="27420" y="31191"/>
                    <a:pt x="24671" y="33313"/>
                  </a:cubicBezTo>
                  <a:lnTo>
                    <a:pt x="24671" y="33391"/>
                  </a:lnTo>
                  <a:lnTo>
                    <a:pt x="23099" y="33391"/>
                  </a:lnTo>
                  <a:cubicBezTo>
                    <a:pt x="19564" y="33784"/>
                    <a:pt x="16107" y="34727"/>
                    <a:pt x="12885" y="36141"/>
                  </a:cubicBezTo>
                  <a:cubicBezTo>
                    <a:pt x="10136" y="37320"/>
                    <a:pt x="7464" y="38812"/>
                    <a:pt x="5029" y="40620"/>
                  </a:cubicBezTo>
                  <a:cubicBezTo>
                    <a:pt x="3222" y="40541"/>
                    <a:pt x="1965" y="40148"/>
                    <a:pt x="1572" y="39205"/>
                  </a:cubicBezTo>
                  <a:cubicBezTo>
                    <a:pt x="1022" y="37870"/>
                    <a:pt x="2515" y="35748"/>
                    <a:pt x="5264" y="33706"/>
                  </a:cubicBezTo>
                  <a:cubicBezTo>
                    <a:pt x="8171" y="33706"/>
                    <a:pt x="12493" y="32763"/>
                    <a:pt x="16971" y="30799"/>
                  </a:cubicBezTo>
                  <a:cubicBezTo>
                    <a:pt x="19799" y="29699"/>
                    <a:pt x="22392" y="28206"/>
                    <a:pt x="24828" y="26399"/>
                  </a:cubicBezTo>
                  <a:close/>
                  <a:moveTo>
                    <a:pt x="24828" y="33784"/>
                  </a:moveTo>
                  <a:cubicBezTo>
                    <a:pt x="26792" y="33784"/>
                    <a:pt x="27970" y="34256"/>
                    <a:pt x="28285" y="35120"/>
                  </a:cubicBezTo>
                  <a:lnTo>
                    <a:pt x="28285" y="35198"/>
                  </a:lnTo>
                  <a:cubicBezTo>
                    <a:pt x="29306" y="37555"/>
                    <a:pt x="24042" y="42034"/>
                    <a:pt x="16814" y="45176"/>
                  </a:cubicBezTo>
                  <a:cubicBezTo>
                    <a:pt x="14457" y="46198"/>
                    <a:pt x="12021" y="46983"/>
                    <a:pt x="9507" y="47533"/>
                  </a:cubicBezTo>
                  <a:cubicBezTo>
                    <a:pt x="8407" y="46748"/>
                    <a:pt x="7700" y="45491"/>
                    <a:pt x="7700" y="44155"/>
                  </a:cubicBezTo>
                  <a:cubicBezTo>
                    <a:pt x="7700" y="45884"/>
                    <a:pt x="6600" y="47455"/>
                    <a:pt x="4950" y="48005"/>
                  </a:cubicBezTo>
                  <a:cubicBezTo>
                    <a:pt x="3222" y="47926"/>
                    <a:pt x="1965" y="47455"/>
                    <a:pt x="1572" y="46591"/>
                  </a:cubicBezTo>
                  <a:cubicBezTo>
                    <a:pt x="943" y="45255"/>
                    <a:pt x="2436" y="43212"/>
                    <a:pt x="5186" y="41091"/>
                  </a:cubicBezTo>
                  <a:cubicBezTo>
                    <a:pt x="5290" y="41094"/>
                    <a:pt x="5396" y="41095"/>
                    <a:pt x="5504" y="41095"/>
                  </a:cubicBezTo>
                  <a:cubicBezTo>
                    <a:pt x="8403" y="41095"/>
                    <a:pt x="12577" y="40081"/>
                    <a:pt x="16971" y="38262"/>
                  </a:cubicBezTo>
                  <a:cubicBezTo>
                    <a:pt x="19721" y="37084"/>
                    <a:pt x="22392" y="35591"/>
                    <a:pt x="24828" y="33784"/>
                  </a:cubicBezTo>
                  <a:close/>
                  <a:moveTo>
                    <a:pt x="20742" y="0"/>
                  </a:moveTo>
                  <a:cubicBezTo>
                    <a:pt x="20742" y="2279"/>
                    <a:pt x="18935" y="4086"/>
                    <a:pt x="16657" y="4086"/>
                  </a:cubicBezTo>
                  <a:cubicBezTo>
                    <a:pt x="17442" y="4086"/>
                    <a:pt x="18149" y="4243"/>
                    <a:pt x="18857" y="4714"/>
                  </a:cubicBezTo>
                  <a:cubicBezTo>
                    <a:pt x="16814" y="5186"/>
                    <a:pt x="14850" y="5893"/>
                    <a:pt x="12964" y="6678"/>
                  </a:cubicBezTo>
                  <a:cubicBezTo>
                    <a:pt x="5186" y="10057"/>
                    <a:pt x="0" y="14771"/>
                    <a:pt x="1257" y="17364"/>
                  </a:cubicBezTo>
                  <a:cubicBezTo>
                    <a:pt x="1650" y="18306"/>
                    <a:pt x="2829" y="18856"/>
                    <a:pt x="4557" y="19013"/>
                  </a:cubicBezTo>
                  <a:cubicBezTo>
                    <a:pt x="1886" y="21135"/>
                    <a:pt x="629" y="23178"/>
                    <a:pt x="1257" y="24670"/>
                  </a:cubicBezTo>
                  <a:cubicBezTo>
                    <a:pt x="1650" y="25613"/>
                    <a:pt x="2829" y="26163"/>
                    <a:pt x="4557" y="26320"/>
                  </a:cubicBezTo>
                  <a:cubicBezTo>
                    <a:pt x="1886" y="28442"/>
                    <a:pt x="629" y="30563"/>
                    <a:pt x="1257" y="31977"/>
                  </a:cubicBezTo>
                  <a:cubicBezTo>
                    <a:pt x="1650" y="32998"/>
                    <a:pt x="2829" y="33470"/>
                    <a:pt x="4557" y="33627"/>
                  </a:cubicBezTo>
                  <a:cubicBezTo>
                    <a:pt x="1965" y="35748"/>
                    <a:pt x="550" y="37870"/>
                    <a:pt x="1257" y="39362"/>
                  </a:cubicBezTo>
                  <a:cubicBezTo>
                    <a:pt x="1650" y="40384"/>
                    <a:pt x="2829" y="40855"/>
                    <a:pt x="4557" y="41012"/>
                  </a:cubicBezTo>
                  <a:cubicBezTo>
                    <a:pt x="1886" y="43134"/>
                    <a:pt x="629" y="45255"/>
                    <a:pt x="1257" y="46669"/>
                  </a:cubicBezTo>
                  <a:cubicBezTo>
                    <a:pt x="1650" y="47769"/>
                    <a:pt x="2986" y="48319"/>
                    <a:pt x="4950" y="48398"/>
                  </a:cubicBezTo>
                  <a:cubicBezTo>
                    <a:pt x="6600" y="48948"/>
                    <a:pt x="7779" y="50440"/>
                    <a:pt x="7779" y="52248"/>
                  </a:cubicBezTo>
                  <a:cubicBezTo>
                    <a:pt x="7779" y="49969"/>
                    <a:pt x="9586" y="48162"/>
                    <a:pt x="11864" y="48162"/>
                  </a:cubicBezTo>
                  <a:cubicBezTo>
                    <a:pt x="11236" y="48162"/>
                    <a:pt x="10686" y="48005"/>
                    <a:pt x="10136" y="47769"/>
                  </a:cubicBezTo>
                  <a:cubicBezTo>
                    <a:pt x="12493" y="47219"/>
                    <a:pt x="14771" y="46512"/>
                    <a:pt x="17050" y="45569"/>
                  </a:cubicBezTo>
                  <a:cubicBezTo>
                    <a:pt x="24671" y="42269"/>
                    <a:pt x="29856" y="37634"/>
                    <a:pt x="28756" y="34963"/>
                  </a:cubicBezTo>
                  <a:cubicBezTo>
                    <a:pt x="28285" y="34020"/>
                    <a:pt x="27185" y="33470"/>
                    <a:pt x="25378" y="33313"/>
                  </a:cubicBezTo>
                  <a:cubicBezTo>
                    <a:pt x="27970" y="31191"/>
                    <a:pt x="29306" y="29070"/>
                    <a:pt x="28756" y="27656"/>
                  </a:cubicBezTo>
                  <a:cubicBezTo>
                    <a:pt x="28285" y="26635"/>
                    <a:pt x="27106" y="26163"/>
                    <a:pt x="25378" y="26006"/>
                  </a:cubicBezTo>
                  <a:cubicBezTo>
                    <a:pt x="28049" y="23885"/>
                    <a:pt x="29385" y="21763"/>
                    <a:pt x="28756" y="20271"/>
                  </a:cubicBezTo>
                  <a:cubicBezTo>
                    <a:pt x="28285" y="19328"/>
                    <a:pt x="27185" y="18778"/>
                    <a:pt x="25378" y="18621"/>
                  </a:cubicBezTo>
                  <a:cubicBezTo>
                    <a:pt x="28049" y="16499"/>
                    <a:pt x="29306" y="14378"/>
                    <a:pt x="28756" y="12964"/>
                  </a:cubicBezTo>
                  <a:cubicBezTo>
                    <a:pt x="28285" y="11942"/>
                    <a:pt x="27185" y="11392"/>
                    <a:pt x="25378" y="11314"/>
                  </a:cubicBezTo>
                  <a:cubicBezTo>
                    <a:pt x="28049" y="9193"/>
                    <a:pt x="29306" y="7071"/>
                    <a:pt x="28756" y="5578"/>
                  </a:cubicBezTo>
                  <a:cubicBezTo>
                    <a:pt x="28285" y="4478"/>
                    <a:pt x="26792" y="3929"/>
                    <a:pt x="24513" y="3929"/>
                  </a:cubicBezTo>
                  <a:lnTo>
                    <a:pt x="23649" y="3929"/>
                  </a:lnTo>
                  <a:cubicBezTo>
                    <a:pt x="21921" y="3379"/>
                    <a:pt x="20742" y="1807"/>
                    <a:pt x="2074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9;p2"/>
            <p:cNvSpPr/>
            <p:nvPr/>
          </p:nvSpPr>
          <p:spPr>
            <a:xfrm>
              <a:off x="7044480" y="-478800"/>
              <a:ext cx="1021320" cy="1018080"/>
            </a:xfrm>
            <a:custGeom>
              <a:avLst/>
              <a:gdLst>
                <a:gd name="textAreaLeft" fmla="*/ 0 w 1021320"/>
                <a:gd name="textAreaRight" fmla="*/ 1021680 w 1021320"/>
                <a:gd name="textAreaTop" fmla="*/ 0 h 1018080"/>
                <a:gd name="textAreaBottom" fmla="*/ 1018440 h 1018080"/>
              </a:gdLst>
              <a:ahLst/>
              <a:cxnLst/>
              <a:rect l="textAreaLeft" t="textAreaTop" r="textAreaRight" b="textAreaBottom"/>
              <a:pathLst>
                <a:path w="52484" h="52327">
                  <a:moveTo>
                    <a:pt x="23885" y="79"/>
                  </a:moveTo>
                  <a:lnTo>
                    <a:pt x="22706" y="158"/>
                  </a:lnTo>
                  <a:lnTo>
                    <a:pt x="24435" y="16500"/>
                  </a:lnTo>
                  <a:lnTo>
                    <a:pt x="25613" y="16421"/>
                  </a:lnTo>
                  <a:lnTo>
                    <a:pt x="23885" y="79"/>
                  </a:lnTo>
                  <a:close/>
                  <a:moveTo>
                    <a:pt x="28206" y="1"/>
                  </a:moveTo>
                  <a:lnTo>
                    <a:pt x="26477" y="16343"/>
                  </a:lnTo>
                  <a:lnTo>
                    <a:pt x="27735" y="16500"/>
                  </a:lnTo>
                  <a:lnTo>
                    <a:pt x="29463" y="158"/>
                  </a:lnTo>
                  <a:lnTo>
                    <a:pt x="28206" y="1"/>
                  </a:lnTo>
                  <a:close/>
                  <a:moveTo>
                    <a:pt x="33549" y="944"/>
                  </a:moveTo>
                  <a:lnTo>
                    <a:pt x="28520" y="16657"/>
                  </a:lnTo>
                  <a:lnTo>
                    <a:pt x="29699" y="16971"/>
                  </a:lnTo>
                  <a:lnTo>
                    <a:pt x="34727" y="1336"/>
                  </a:lnTo>
                  <a:lnTo>
                    <a:pt x="33549" y="944"/>
                  </a:lnTo>
                  <a:close/>
                  <a:moveTo>
                    <a:pt x="18542" y="1101"/>
                  </a:moveTo>
                  <a:lnTo>
                    <a:pt x="17364" y="1494"/>
                  </a:lnTo>
                  <a:lnTo>
                    <a:pt x="22470" y="17207"/>
                  </a:lnTo>
                  <a:lnTo>
                    <a:pt x="23649" y="16814"/>
                  </a:lnTo>
                  <a:lnTo>
                    <a:pt x="18542" y="1101"/>
                  </a:lnTo>
                  <a:close/>
                  <a:moveTo>
                    <a:pt x="38655" y="3065"/>
                  </a:moveTo>
                  <a:lnTo>
                    <a:pt x="30406" y="17286"/>
                  </a:lnTo>
                  <a:lnTo>
                    <a:pt x="31506" y="17914"/>
                  </a:lnTo>
                  <a:lnTo>
                    <a:pt x="39755" y="3693"/>
                  </a:lnTo>
                  <a:lnTo>
                    <a:pt x="38655" y="3065"/>
                  </a:lnTo>
                  <a:close/>
                  <a:moveTo>
                    <a:pt x="13514" y="3301"/>
                  </a:moveTo>
                  <a:lnTo>
                    <a:pt x="12414" y="3851"/>
                  </a:lnTo>
                  <a:lnTo>
                    <a:pt x="20585" y="18150"/>
                  </a:lnTo>
                  <a:lnTo>
                    <a:pt x="21685" y="17521"/>
                  </a:lnTo>
                  <a:lnTo>
                    <a:pt x="13514" y="3301"/>
                  </a:lnTo>
                  <a:close/>
                  <a:moveTo>
                    <a:pt x="43212" y="6129"/>
                  </a:moveTo>
                  <a:lnTo>
                    <a:pt x="32213" y="18386"/>
                  </a:lnTo>
                  <a:lnTo>
                    <a:pt x="33077" y="19171"/>
                  </a:lnTo>
                  <a:lnTo>
                    <a:pt x="44155" y="6993"/>
                  </a:lnTo>
                  <a:lnTo>
                    <a:pt x="43212" y="6129"/>
                  </a:lnTo>
                  <a:close/>
                  <a:moveTo>
                    <a:pt x="8957" y="6443"/>
                  </a:moveTo>
                  <a:lnTo>
                    <a:pt x="8014" y="7229"/>
                  </a:lnTo>
                  <a:lnTo>
                    <a:pt x="19092" y="19486"/>
                  </a:lnTo>
                  <a:lnTo>
                    <a:pt x="20035" y="18621"/>
                  </a:lnTo>
                  <a:lnTo>
                    <a:pt x="8957" y="6443"/>
                  </a:lnTo>
                  <a:close/>
                  <a:moveTo>
                    <a:pt x="46984" y="10136"/>
                  </a:moveTo>
                  <a:lnTo>
                    <a:pt x="33706" y="19721"/>
                  </a:lnTo>
                  <a:lnTo>
                    <a:pt x="34413" y="20743"/>
                  </a:lnTo>
                  <a:lnTo>
                    <a:pt x="47769" y="11079"/>
                  </a:lnTo>
                  <a:lnTo>
                    <a:pt x="46984" y="10136"/>
                  </a:lnTo>
                  <a:close/>
                  <a:moveTo>
                    <a:pt x="5264" y="10450"/>
                  </a:moveTo>
                  <a:lnTo>
                    <a:pt x="4479" y="11393"/>
                  </a:lnTo>
                  <a:lnTo>
                    <a:pt x="17835" y="21135"/>
                  </a:lnTo>
                  <a:lnTo>
                    <a:pt x="18542" y="20114"/>
                  </a:lnTo>
                  <a:lnTo>
                    <a:pt x="5264" y="10450"/>
                  </a:lnTo>
                  <a:close/>
                  <a:moveTo>
                    <a:pt x="49891" y="14771"/>
                  </a:moveTo>
                  <a:lnTo>
                    <a:pt x="34884" y="21450"/>
                  </a:lnTo>
                  <a:lnTo>
                    <a:pt x="35356" y="22628"/>
                  </a:lnTo>
                  <a:lnTo>
                    <a:pt x="50441" y="15871"/>
                  </a:lnTo>
                  <a:lnTo>
                    <a:pt x="49891" y="14771"/>
                  </a:lnTo>
                  <a:close/>
                  <a:moveTo>
                    <a:pt x="2436" y="15164"/>
                  </a:moveTo>
                  <a:lnTo>
                    <a:pt x="1964" y="16264"/>
                  </a:lnTo>
                  <a:lnTo>
                    <a:pt x="16971" y="22942"/>
                  </a:lnTo>
                  <a:lnTo>
                    <a:pt x="17442" y="21843"/>
                  </a:lnTo>
                  <a:lnTo>
                    <a:pt x="2436" y="15164"/>
                  </a:lnTo>
                  <a:close/>
                  <a:moveTo>
                    <a:pt x="51776" y="19878"/>
                  </a:moveTo>
                  <a:lnTo>
                    <a:pt x="35670" y="23335"/>
                  </a:lnTo>
                  <a:lnTo>
                    <a:pt x="35906" y="24592"/>
                  </a:lnTo>
                  <a:lnTo>
                    <a:pt x="52012" y="21135"/>
                  </a:lnTo>
                  <a:lnTo>
                    <a:pt x="51776" y="19878"/>
                  </a:lnTo>
                  <a:close/>
                  <a:moveTo>
                    <a:pt x="629" y="20350"/>
                  </a:moveTo>
                  <a:lnTo>
                    <a:pt x="393" y="21528"/>
                  </a:lnTo>
                  <a:lnTo>
                    <a:pt x="16499" y="24985"/>
                  </a:lnTo>
                  <a:lnTo>
                    <a:pt x="16814" y="23728"/>
                  </a:lnTo>
                  <a:lnTo>
                    <a:pt x="629" y="20350"/>
                  </a:lnTo>
                  <a:close/>
                  <a:moveTo>
                    <a:pt x="36063" y="25300"/>
                  </a:moveTo>
                  <a:lnTo>
                    <a:pt x="36063" y="26635"/>
                  </a:lnTo>
                  <a:lnTo>
                    <a:pt x="52483" y="26635"/>
                  </a:lnTo>
                  <a:lnTo>
                    <a:pt x="52483" y="25378"/>
                  </a:lnTo>
                  <a:lnTo>
                    <a:pt x="36063" y="25300"/>
                  </a:lnTo>
                  <a:close/>
                  <a:moveTo>
                    <a:pt x="0" y="25771"/>
                  </a:moveTo>
                  <a:lnTo>
                    <a:pt x="0" y="27028"/>
                  </a:lnTo>
                  <a:lnTo>
                    <a:pt x="16421" y="27028"/>
                  </a:lnTo>
                  <a:lnTo>
                    <a:pt x="16499" y="25771"/>
                  </a:lnTo>
                  <a:close/>
                  <a:moveTo>
                    <a:pt x="35984" y="27421"/>
                  </a:moveTo>
                  <a:lnTo>
                    <a:pt x="35748" y="28599"/>
                  </a:lnTo>
                  <a:lnTo>
                    <a:pt x="51855" y="32056"/>
                  </a:lnTo>
                  <a:lnTo>
                    <a:pt x="52090" y="30799"/>
                  </a:lnTo>
                  <a:lnTo>
                    <a:pt x="35984" y="27421"/>
                  </a:lnTo>
                  <a:close/>
                  <a:moveTo>
                    <a:pt x="16578" y="27814"/>
                  </a:moveTo>
                  <a:lnTo>
                    <a:pt x="472" y="31192"/>
                  </a:lnTo>
                  <a:lnTo>
                    <a:pt x="707" y="32449"/>
                  </a:lnTo>
                  <a:lnTo>
                    <a:pt x="16814" y="28992"/>
                  </a:lnTo>
                  <a:lnTo>
                    <a:pt x="16578" y="27814"/>
                  </a:lnTo>
                  <a:close/>
                  <a:moveTo>
                    <a:pt x="35513" y="29385"/>
                  </a:moveTo>
                  <a:lnTo>
                    <a:pt x="35041" y="30485"/>
                  </a:lnTo>
                  <a:lnTo>
                    <a:pt x="50048" y="37242"/>
                  </a:lnTo>
                  <a:lnTo>
                    <a:pt x="50598" y="36063"/>
                  </a:lnTo>
                  <a:lnTo>
                    <a:pt x="35513" y="29385"/>
                  </a:lnTo>
                  <a:close/>
                  <a:moveTo>
                    <a:pt x="17128" y="29778"/>
                  </a:moveTo>
                  <a:lnTo>
                    <a:pt x="2122" y="36456"/>
                  </a:lnTo>
                  <a:lnTo>
                    <a:pt x="2593" y="37556"/>
                  </a:lnTo>
                  <a:lnTo>
                    <a:pt x="17678" y="30956"/>
                  </a:lnTo>
                  <a:lnTo>
                    <a:pt x="17128" y="29778"/>
                  </a:lnTo>
                  <a:close/>
                  <a:moveTo>
                    <a:pt x="34648" y="31271"/>
                  </a:moveTo>
                  <a:lnTo>
                    <a:pt x="33863" y="32292"/>
                  </a:lnTo>
                  <a:lnTo>
                    <a:pt x="47219" y="41956"/>
                  </a:lnTo>
                  <a:lnTo>
                    <a:pt x="47926" y="40934"/>
                  </a:lnTo>
                  <a:lnTo>
                    <a:pt x="34648" y="31271"/>
                  </a:lnTo>
                  <a:close/>
                  <a:moveTo>
                    <a:pt x="18149" y="31585"/>
                  </a:moveTo>
                  <a:lnTo>
                    <a:pt x="4714" y="41249"/>
                  </a:lnTo>
                  <a:lnTo>
                    <a:pt x="5500" y="42270"/>
                  </a:lnTo>
                  <a:lnTo>
                    <a:pt x="18778" y="32528"/>
                  </a:lnTo>
                  <a:lnTo>
                    <a:pt x="18149" y="31585"/>
                  </a:lnTo>
                  <a:close/>
                  <a:moveTo>
                    <a:pt x="33470" y="32921"/>
                  </a:moveTo>
                  <a:lnTo>
                    <a:pt x="32449" y="33706"/>
                  </a:lnTo>
                  <a:lnTo>
                    <a:pt x="43527" y="45963"/>
                  </a:lnTo>
                  <a:lnTo>
                    <a:pt x="44469" y="45099"/>
                  </a:lnTo>
                  <a:lnTo>
                    <a:pt x="33470" y="32921"/>
                  </a:lnTo>
                  <a:close/>
                  <a:moveTo>
                    <a:pt x="19406" y="33156"/>
                  </a:moveTo>
                  <a:lnTo>
                    <a:pt x="8328" y="45413"/>
                  </a:lnTo>
                  <a:lnTo>
                    <a:pt x="9271" y="46198"/>
                  </a:lnTo>
                  <a:lnTo>
                    <a:pt x="20349" y="34021"/>
                  </a:lnTo>
                  <a:lnTo>
                    <a:pt x="19406" y="33156"/>
                  </a:lnTo>
                  <a:close/>
                  <a:moveTo>
                    <a:pt x="31899" y="34256"/>
                  </a:moveTo>
                  <a:lnTo>
                    <a:pt x="30799" y="34885"/>
                  </a:lnTo>
                  <a:lnTo>
                    <a:pt x="39048" y="49105"/>
                  </a:lnTo>
                  <a:lnTo>
                    <a:pt x="40148" y="48477"/>
                  </a:lnTo>
                  <a:lnTo>
                    <a:pt x="31899" y="34256"/>
                  </a:lnTo>
                  <a:close/>
                  <a:moveTo>
                    <a:pt x="20978" y="34413"/>
                  </a:moveTo>
                  <a:lnTo>
                    <a:pt x="12728" y="48713"/>
                  </a:lnTo>
                  <a:lnTo>
                    <a:pt x="13828" y="49341"/>
                  </a:lnTo>
                  <a:lnTo>
                    <a:pt x="22078" y="35042"/>
                  </a:lnTo>
                  <a:lnTo>
                    <a:pt x="20978" y="34413"/>
                  </a:lnTo>
                  <a:close/>
                  <a:moveTo>
                    <a:pt x="30092" y="35199"/>
                  </a:moveTo>
                  <a:lnTo>
                    <a:pt x="28834" y="35592"/>
                  </a:lnTo>
                  <a:lnTo>
                    <a:pt x="33941" y="51227"/>
                  </a:lnTo>
                  <a:lnTo>
                    <a:pt x="35120" y="50834"/>
                  </a:lnTo>
                  <a:lnTo>
                    <a:pt x="30092" y="35199"/>
                  </a:lnTo>
                  <a:close/>
                  <a:moveTo>
                    <a:pt x="22863" y="35356"/>
                  </a:moveTo>
                  <a:lnTo>
                    <a:pt x="17756" y="50991"/>
                  </a:lnTo>
                  <a:lnTo>
                    <a:pt x="18935" y="51384"/>
                  </a:lnTo>
                  <a:lnTo>
                    <a:pt x="24042" y="35749"/>
                  </a:lnTo>
                  <a:lnTo>
                    <a:pt x="22863" y="35356"/>
                  </a:lnTo>
                  <a:close/>
                  <a:moveTo>
                    <a:pt x="24828" y="35828"/>
                  </a:moveTo>
                  <a:lnTo>
                    <a:pt x="23099" y="52248"/>
                  </a:lnTo>
                  <a:lnTo>
                    <a:pt x="24356" y="52327"/>
                  </a:lnTo>
                  <a:lnTo>
                    <a:pt x="26085" y="35985"/>
                  </a:lnTo>
                  <a:lnTo>
                    <a:pt x="24828" y="35828"/>
                  </a:lnTo>
                  <a:close/>
                  <a:moveTo>
                    <a:pt x="28127" y="35828"/>
                  </a:moveTo>
                  <a:lnTo>
                    <a:pt x="26870" y="35906"/>
                  </a:lnTo>
                  <a:lnTo>
                    <a:pt x="28599" y="52327"/>
                  </a:lnTo>
                  <a:lnTo>
                    <a:pt x="29856" y="52170"/>
                  </a:lnTo>
                  <a:lnTo>
                    <a:pt x="28127" y="3582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37;p35"/>
          <p:cNvSpPr/>
          <p:nvPr/>
        </p:nvSpPr>
        <p:spPr>
          <a:xfrm>
            <a:off x="3799440" y="3918960"/>
            <a:ext cx="1545120" cy="350280"/>
          </a:xfrm>
          <a:custGeom>
            <a:avLst/>
            <a:gdLst>
              <a:gd name="textAreaLeft" fmla="*/ 0 w 1545120"/>
              <a:gd name="textAreaRight" fmla="*/ 1545480 w 1545120"/>
              <a:gd name="textAreaTop" fmla="*/ 0 h 350280"/>
              <a:gd name="textAreaBottom" fmla="*/ 350640 h 350280"/>
            </a:gdLst>
            <a:ahLst/>
            <a:cxnLst/>
            <a:rect l="textAreaLeft" t="textAreaTop" r="textAreaRight" b="textAreaBottom"/>
            <a:pathLst>
              <a:path w="61812" h="14026">
                <a:moveTo>
                  <a:pt x="7040" y="0"/>
                </a:moveTo>
                <a:cubicBezTo>
                  <a:pt x="6987" y="532"/>
                  <a:pt x="6934" y="1036"/>
                  <a:pt x="6907" y="1541"/>
                </a:cubicBezTo>
                <a:cubicBezTo>
                  <a:pt x="6695" y="4410"/>
                  <a:pt x="4410" y="6721"/>
                  <a:pt x="1515" y="6907"/>
                </a:cubicBezTo>
                <a:cubicBezTo>
                  <a:pt x="1010" y="6933"/>
                  <a:pt x="506" y="6986"/>
                  <a:pt x="1" y="7013"/>
                </a:cubicBezTo>
                <a:cubicBezTo>
                  <a:pt x="506" y="7066"/>
                  <a:pt x="1010" y="7119"/>
                  <a:pt x="1515" y="7146"/>
                </a:cubicBezTo>
                <a:cubicBezTo>
                  <a:pt x="4410" y="7332"/>
                  <a:pt x="6695" y="9642"/>
                  <a:pt x="6907" y="12511"/>
                </a:cubicBezTo>
                <a:cubicBezTo>
                  <a:pt x="6934" y="13016"/>
                  <a:pt x="6960" y="13521"/>
                  <a:pt x="7013" y="14025"/>
                </a:cubicBezTo>
                <a:cubicBezTo>
                  <a:pt x="7066" y="13521"/>
                  <a:pt x="7120" y="13016"/>
                  <a:pt x="7146" y="12511"/>
                </a:cubicBezTo>
                <a:cubicBezTo>
                  <a:pt x="7359" y="9642"/>
                  <a:pt x="9643" y="7332"/>
                  <a:pt x="12538" y="7146"/>
                </a:cubicBezTo>
                <a:cubicBezTo>
                  <a:pt x="13043" y="7119"/>
                  <a:pt x="13548" y="7066"/>
                  <a:pt x="14052" y="7013"/>
                </a:cubicBezTo>
                <a:cubicBezTo>
                  <a:pt x="13548" y="6986"/>
                  <a:pt x="13043" y="6933"/>
                  <a:pt x="12538" y="6907"/>
                </a:cubicBezTo>
                <a:cubicBezTo>
                  <a:pt x="9643" y="6694"/>
                  <a:pt x="7359" y="4410"/>
                  <a:pt x="7173" y="1541"/>
                </a:cubicBezTo>
                <a:cubicBezTo>
                  <a:pt x="7120" y="1036"/>
                  <a:pt x="7066" y="532"/>
                  <a:pt x="7040" y="0"/>
                </a:cubicBezTo>
                <a:close/>
                <a:moveTo>
                  <a:pt x="30893" y="0"/>
                </a:moveTo>
                <a:cubicBezTo>
                  <a:pt x="30840" y="532"/>
                  <a:pt x="30813" y="1036"/>
                  <a:pt x="30787" y="1541"/>
                </a:cubicBezTo>
                <a:cubicBezTo>
                  <a:pt x="30574" y="4410"/>
                  <a:pt x="28263" y="6694"/>
                  <a:pt x="25394" y="6880"/>
                </a:cubicBezTo>
                <a:cubicBezTo>
                  <a:pt x="24890" y="6933"/>
                  <a:pt x="24385" y="6986"/>
                  <a:pt x="23880" y="7013"/>
                </a:cubicBezTo>
                <a:cubicBezTo>
                  <a:pt x="24385" y="7066"/>
                  <a:pt x="24890" y="7119"/>
                  <a:pt x="25394" y="7146"/>
                </a:cubicBezTo>
                <a:cubicBezTo>
                  <a:pt x="28290" y="7332"/>
                  <a:pt x="30574" y="9642"/>
                  <a:pt x="30787" y="12511"/>
                </a:cubicBezTo>
                <a:cubicBezTo>
                  <a:pt x="30813" y="13016"/>
                  <a:pt x="30866" y="13521"/>
                  <a:pt x="30893" y="14025"/>
                </a:cubicBezTo>
                <a:cubicBezTo>
                  <a:pt x="30946" y="13521"/>
                  <a:pt x="30999" y="13016"/>
                  <a:pt x="31026" y="12511"/>
                </a:cubicBezTo>
                <a:cubicBezTo>
                  <a:pt x="31238" y="9642"/>
                  <a:pt x="33522" y="7332"/>
                  <a:pt x="36418" y="7146"/>
                </a:cubicBezTo>
                <a:cubicBezTo>
                  <a:pt x="36922" y="7119"/>
                  <a:pt x="37427" y="7066"/>
                  <a:pt x="37932" y="7013"/>
                </a:cubicBezTo>
                <a:cubicBezTo>
                  <a:pt x="37427" y="6960"/>
                  <a:pt x="36922" y="6933"/>
                  <a:pt x="36418" y="6907"/>
                </a:cubicBezTo>
                <a:cubicBezTo>
                  <a:pt x="33522" y="6721"/>
                  <a:pt x="31212" y="4410"/>
                  <a:pt x="31026" y="1541"/>
                </a:cubicBezTo>
                <a:cubicBezTo>
                  <a:pt x="30999" y="1036"/>
                  <a:pt x="30946" y="532"/>
                  <a:pt x="30893" y="0"/>
                </a:cubicBezTo>
                <a:close/>
                <a:moveTo>
                  <a:pt x="54772" y="0"/>
                </a:moveTo>
                <a:cubicBezTo>
                  <a:pt x="54719" y="532"/>
                  <a:pt x="54692" y="1036"/>
                  <a:pt x="54639" y="1541"/>
                </a:cubicBezTo>
                <a:cubicBezTo>
                  <a:pt x="54453" y="4410"/>
                  <a:pt x="52143" y="6694"/>
                  <a:pt x="49274" y="6880"/>
                </a:cubicBezTo>
                <a:cubicBezTo>
                  <a:pt x="48769" y="6933"/>
                  <a:pt x="48264" y="6986"/>
                  <a:pt x="47733" y="7013"/>
                </a:cubicBezTo>
                <a:cubicBezTo>
                  <a:pt x="48264" y="7066"/>
                  <a:pt x="48769" y="7119"/>
                  <a:pt x="49274" y="7146"/>
                </a:cubicBezTo>
                <a:cubicBezTo>
                  <a:pt x="52143" y="7332"/>
                  <a:pt x="54453" y="9642"/>
                  <a:pt x="54639" y="12511"/>
                </a:cubicBezTo>
                <a:cubicBezTo>
                  <a:pt x="54666" y="13016"/>
                  <a:pt x="54719" y="13521"/>
                  <a:pt x="54772" y="14025"/>
                </a:cubicBezTo>
                <a:cubicBezTo>
                  <a:pt x="54825" y="13521"/>
                  <a:pt x="54852" y="13016"/>
                  <a:pt x="54905" y="12511"/>
                </a:cubicBezTo>
                <a:cubicBezTo>
                  <a:pt x="55091" y="9616"/>
                  <a:pt x="57402" y="7332"/>
                  <a:pt x="60297" y="7146"/>
                </a:cubicBezTo>
                <a:cubicBezTo>
                  <a:pt x="60802" y="7119"/>
                  <a:pt x="61306" y="7066"/>
                  <a:pt x="61811" y="7013"/>
                </a:cubicBezTo>
                <a:cubicBezTo>
                  <a:pt x="61280" y="6986"/>
                  <a:pt x="60775" y="6933"/>
                  <a:pt x="60297" y="6907"/>
                </a:cubicBezTo>
                <a:cubicBezTo>
                  <a:pt x="57402" y="6721"/>
                  <a:pt x="55117" y="4410"/>
                  <a:pt x="54905" y="1541"/>
                </a:cubicBezTo>
                <a:cubicBezTo>
                  <a:pt x="54878" y="1036"/>
                  <a:pt x="54825" y="532"/>
                  <a:pt x="54772" y="0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" name="Google Shape;438;p35"/>
          <p:cNvSpPr/>
          <p:nvPr/>
        </p:nvSpPr>
        <p:spPr>
          <a:xfrm>
            <a:off x="806040" y="672840"/>
            <a:ext cx="550440" cy="564480"/>
          </a:xfrm>
          <a:custGeom>
            <a:avLst/>
            <a:gdLst>
              <a:gd name="textAreaLeft" fmla="*/ 0 w 550440"/>
              <a:gd name="textAreaRight" fmla="*/ 550800 w 550440"/>
              <a:gd name="textAreaTop" fmla="*/ 0 h 564480"/>
              <a:gd name="textAreaBottom" fmla="*/ 564840 h 564480"/>
            </a:gdLst>
            <a:ahLst/>
            <a:cxnLst/>
            <a:rect l="textAreaLeft" t="textAreaTop" r="textAreaRight" b="textAreaBottom"/>
            <a:pathLst>
              <a:path w="43135" h="44235">
                <a:moveTo>
                  <a:pt x="21057" y="1"/>
                </a:moveTo>
                <a:lnTo>
                  <a:pt x="21057" y="394"/>
                </a:lnTo>
                <a:cubicBezTo>
                  <a:pt x="20979" y="12179"/>
                  <a:pt x="11786" y="21921"/>
                  <a:pt x="1" y="22471"/>
                </a:cubicBezTo>
                <a:cubicBezTo>
                  <a:pt x="11629" y="23021"/>
                  <a:pt x="20821" y="32606"/>
                  <a:pt x="21057" y="44234"/>
                </a:cubicBezTo>
                <a:lnTo>
                  <a:pt x="21057" y="43841"/>
                </a:lnTo>
                <a:cubicBezTo>
                  <a:pt x="20979" y="31663"/>
                  <a:pt x="30957" y="21764"/>
                  <a:pt x="43135" y="21764"/>
                </a:cubicBezTo>
                <a:cubicBezTo>
                  <a:pt x="31114" y="21685"/>
                  <a:pt x="21214" y="12022"/>
                  <a:pt x="21057" y="1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2" name="Google Shape;439;p35"/>
          <p:cNvGrpSpPr/>
          <p:nvPr/>
        </p:nvGrpSpPr>
        <p:grpSpPr>
          <a:xfrm>
            <a:off x="7335000" y="3639600"/>
            <a:ext cx="1159560" cy="793080"/>
            <a:chOff x="7335000" y="3639600"/>
            <a:chExt cx="1159560" cy="793080"/>
          </a:xfrm>
        </p:grpSpPr>
        <p:cxnSp>
          <p:nvCxnSpPr>
            <p:cNvPr id="43" name="Google Shape;440;p35"/>
            <p:cNvCxnSpPr/>
            <p:nvPr/>
          </p:nvCxnSpPr>
          <p:spPr>
            <a:xfrm>
              <a:off x="7335000" y="3755880"/>
              <a:ext cx="1159920" cy="67716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4" name="Google Shape;441;p35"/>
            <p:cNvCxnSpPr/>
            <p:nvPr/>
          </p:nvCxnSpPr>
          <p:spPr>
            <a:xfrm>
              <a:off x="7344720" y="3767040"/>
              <a:ext cx="115560" cy="3942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  <p:cxnSp>
          <p:nvCxnSpPr>
            <p:cNvPr id="45" name="Google Shape;442;p35"/>
            <p:cNvCxnSpPr/>
            <p:nvPr/>
          </p:nvCxnSpPr>
          <p:spPr>
            <a:xfrm flipV="1">
              <a:off x="7350480" y="3639600"/>
              <a:ext cx="417240" cy="118800"/>
            </a:xfrm>
            <a:prstGeom prst="straightConnector1">
              <a:avLst/>
            </a:prstGeom>
            <a:ln w="38100">
              <a:solidFill>
                <a:srgbClr val="7E4FCF"/>
              </a:solidFill>
              <a:round/>
            </a:ln>
          </p:spPr>
        </p:cxnSp>
      </p:grpSp>
      <p:sp>
        <p:nvSpPr>
          <p:cNvPr id="46" name="Rectangle 45"/>
          <p:cNvSpPr/>
          <p:nvPr/>
        </p:nvSpPr>
        <p:spPr>
          <a:xfrm>
            <a:off x="636619" y="1323720"/>
            <a:ext cx="7486200" cy="65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200" b="0" u="none" strike="noStrike" dirty="0">
                <a:solidFill>
                  <a:srgbClr val="FFFFFF"/>
                </a:solidFill>
                <a:effectLst/>
                <a:uFillTx/>
                <a:latin typeface="Unbounded SemiBold"/>
              </a:rPr>
              <a:t>CAREERFLOW</a:t>
            </a:r>
            <a:r>
              <a:rPr lang="en-US" sz="5200" dirty="0">
                <a:solidFill>
                  <a:srgbClr val="FFFFFF"/>
                </a:solidFill>
                <a:latin typeface="Unbounded SemiBold"/>
              </a:rPr>
              <a:t>-</a:t>
            </a:r>
            <a:r>
              <a:rPr lang="en-US" sz="5200" b="0" u="none" strike="noStrike" dirty="0">
                <a:solidFill>
                  <a:srgbClr val="FFFFFF"/>
                </a:solidFill>
                <a:effectLst/>
                <a:uFillTx/>
                <a:latin typeface="Unbounded SemiBold"/>
              </a:rPr>
              <a:t>AI</a:t>
            </a:r>
            <a:endParaRPr lang="en-US" sz="5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2117659" y="1836900"/>
            <a:ext cx="45241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70000" lnSpcReduction="20000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The Multi-Agent Career Operating System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99440" y="2249820"/>
            <a:ext cx="3823920" cy="14398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47500" lnSpcReduction="20000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Team Members </a:t>
            </a: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Showkat Raja (Team Lead and Front-end/Backend Engineer)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         Sahar Mushtaq ( Presentation Slides)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          </a:t>
            </a:r>
            <a:r>
              <a:rPr lang="en-US" sz="21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Munazza</a:t>
            </a:r>
            <a:r>
              <a:rPr lang="en-US" sz="21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Aslam  (Demo Video)                  </a:t>
            </a:r>
            <a:endParaRPr lang="en-US" sz="2100" dirty="0">
              <a:solidFill>
                <a:srgbClr val="FFFFFF"/>
              </a:solidFill>
              <a:latin typeface="OpenSymbol"/>
            </a:endParaRPr>
          </a:p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1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Akbar Ali (Research)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309940" y="4433040"/>
            <a:ext cx="4524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algn="ctr"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4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FINAL HACKATHON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CAREERFLOW AI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1026454" y="1052192"/>
            <a:ext cx="79052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The Multi-Agent Career Operating System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An AI-powered platform that transforms a resume and career goals into a personalized career action plan.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Discover → Match → Apply → Interview → Learn → Improve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THE PROBLEM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183340" y="1068081"/>
            <a:ext cx="7341099" cy="40370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Career searching is fragmented.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* Finding the right jobs is time-consuming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* Generic resumes don't fit every opportunity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* Job fit is difficult to evaluate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* Interview preparation is often generic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* Skill gaps are unclear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ONE CAREER JOURNEY.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Actor"/>
              </a:rPr>
              <a:t>TOO MANY DISCONNECTED TOOLS.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OUR SOLUTION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921434" y="980640"/>
            <a:ext cx="7905240" cy="472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CAREERFLOW AI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One platform that connects the entire career journey.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Resume---&gt;Job discovery---&gt;Job Matching ---&gt;Application---&gt;Interview---&gt;Learning--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--&gt; Improvement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Strengthen the career profile and repeat the process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AI WORKFORCE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303079" y="1125191"/>
            <a:ext cx="790524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Six specialized agents working as one system.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Resume Intelligence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Job Discovery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Job Matching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Application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Interview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Learning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ONE CAREER MISSION.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SIX SPECIALIZED AGENTS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WHAT OUR APP DOES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36540" y="1047870"/>
            <a:ext cx="7905240" cy="304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CAREER INTELLIGENCE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Resume Score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Strengths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Skill Gaps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Job Fit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Interview Readiness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* Career Improvement Loop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FROM RESUME → ACTIONABLE INSIGHTS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/>
          <p:cNvSpPr/>
          <p:nvPr/>
        </p:nvSpPr>
        <p:spPr>
          <a:xfrm>
            <a:off x="619200" y="619200"/>
            <a:ext cx="7905240" cy="36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Technology Stack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867999" y="1090800"/>
            <a:ext cx="2114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Frontend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Streamlit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67999" y="2001660"/>
            <a:ext cx="2114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Backend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 Python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3048396" y="1369315"/>
            <a:ext cx="211428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AI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LLM + Multi-Agent Architecture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67999" y="2797260"/>
            <a:ext cx="21142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Deployment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 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Streamlit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cloud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/>
          <p:cNvSpPr/>
          <p:nvPr/>
        </p:nvSpPr>
        <p:spPr>
          <a:xfrm>
            <a:off x="371520" y="590400"/>
            <a:ext cx="7905240" cy="73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Unbounded"/>
              </a:rPr>
              <a:t>OUR DIFFERENTIATOR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238760" y="1142740"/>
            <a:ext cx="7905240" cy="350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92500" lnSpcReduction="19999"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Traditional tools help you FIND a job.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CareerFlow</a:t>
            </a: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 AI helps you: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DISCOVER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MATCH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APPLY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INTERVIEW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LEARN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buClr>
                <a:srgbClr val="FFFFFF"/>
              </a:buClr>
              <a:buFont typeface="Calibri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IMPROVE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6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A CONTINUOUS CAREER IMPROVEMENT LOOP.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75"/>
          <p:cNvSpPr/>
          <p:nvPr/>
        </p:nvSpPr>
        <p:spPr>
          <a:xfrm>
            <a:off x="499462" y="399570"/>
            <a:ext cx="8024978" cy="58107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SYSTEM DESIGN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2474258" y="676195"/>
            <a:ext cx="5847549" cy="40677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USER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CAREER COMMAND CENTER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CAREER ORCHESTRATOR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┌─────────┬─────────┬─────────┐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│ Resume  │   Job   │ Matching│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│  Agent  │Discovery│  Agent  │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└─────────┴─────────┴─────────┘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┌─────────┬─────────┬─────────┐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│</a:t>
            </a:r>
            <a:r>
              <a:rPr lang="en-US" sz="1000" b="0" u="none" strike="noStrike" dirty="0" err="1">
                <a:solidFill>
                  <a:srgbClr val="FFFFFF"/>
                </a:solidFill>
                <a:effectLst/>
                <a:uFillTx/>
                <a:latin typeface="Actor"/>
              </a:rPr>
              <a:t>Application│Interview│Learning</a:t>
            </a: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│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│   Agent   │  Agent  │  Agent  │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└─────────┴─────────┴─────────┘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CAREER INTELLIGENCE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↓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000" b="0" u="none" strike="noStrike" dirty="0">
                <a:solidFill>
                  <a:srgbClr val="FFFFFF"/>
                </a:solidFill>
                <a:effectLst/>
                <a:uFillTx/>
                <a:latin typeface="Actor"/>
              </a:rPr>
              <a:t>PERSONALIZED ACTIONS</a:t>
            </a:r>
            <a:endParaRPr lang="en-US" sz="1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/>
          <p:cNvSpPr/>
          <p:nvPr/>
        </p:nvSpPr>
        <p:spPr>
          <a:xfrm>
            <a:off x="2773267" y="2019510"/>
            <a:ext cx="7905240" cy="552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0" u="none" strike="noStrike" dirty="0">
                <a:solidFill>
                  <a:srgbClr val="FFFFFF"/>
                </a:solidFill>
                <a:effectLst/>
                <a:uFillTx/>
                <a:latin typeface="Unbounded"/>
              </a:rPr>
              <a:t>THANK YOU</a:t>
            </a:r>
            <a:endParaRPr lang="en-US" sz="4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y Presentation Template">
  <a:themeElements>
    <a:clrScheme name="Simple Light">
      <a:dk1>
        <a:srgbClr val="1A1A1A"/>
      </a:dk1>
      <a:lt1>
        <a:srgbClr val="FFFFFF"/>
      </a:lt1>
      <a:dk2>
        <a:srgbClr val="2C1DCE"/>
      </a:dk2>
      <a:lt2>
        <a:srgbClr val="7E4FCF"/>
      </a:lt2>
      <a:accent1>
        <a:srgbClr val="00B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317</Words>
  <Application>Microsoft Office PowerPoint</Application>
  <PresentationFormat>On-screen Show (16:9)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Actor</vt:lpstr>
      <vt:lpstr>Arial</vt:lpstr>
      <vt:lpstr>Calibri</vt:lpstr>
      <vt:lpstr>OpenSymbol</vt:lpstr>
      <vt:lpstr>Symbol</vt:lpstr>
      <vt:lpstr>Unbounded</vt:lpstr>
      <vt:lpstr>Unbounded SemiBold</vt:lpstr>
      <vt:lpstr>Wingdings</vt:lpstr>
      <vt:lpstr>My Presentation Template</vt:lpstr>
      <vt:lpstr>My Presentation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Showkat Raja</cp:lastModifiedBy>
  <cp:revision>2</cp:revision>
  <dcterms:modified xsi:type="dcterms:W3CDTF">2026-10-04T12:12:54Z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2026-10-04T08:46:58Z</dcterms:created>
  <dc:creator>Slidesgo AI</dc:creator>
  <dc:description/>
  <dc:language>en-US</dc:language>
  <cp:lastModifiedBy>Unknown Creator</cp:lastModifiedBy>
  <dcterms:modified xsi:type="dcterms:W3CDTF">2026-10-04T08:46:58Z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  <property fmtid="{D5CDD505-2E9C-101B-9397-08002B2CF9AE}" pid="3" name="SlidesgoGeneratedBy">
    <vt:lpwstr>slidesgo-ai</vt:lpwstr>
  </property>
  <property fmtid="{D5CDD505-2E9C-101B-9397-08002B2CF9AE}" pid="4" name="SlidesgoPresentationUuid">
    <vt:lpwstr>a2e64bc0-c36f-4511-85ed-d1010b79f7d2</vt:lpwstr>
  </property>
</Properties>
</file>